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47D19-F42F-B63D-D617-2BE9A62EA94F}" v="1" dt="2025-07-04T22:06:18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Morais" userId="e2b51ec297bb16eb" providerId="Windows Live" clId="Web-{F9247D19-F42F-B63D-D617-2BE9A62EA94F}"/>
    <pc:docChg chg="modSld">
      <pc:chgData name="Diego Morais" userId="e2b51ec297bb16eb" providerId="Windows Live" clId="Web-{F9247D19-F42F-B63D-D617-2BE9A62EA94F}" dt="2025-07-04T22:06:18.220" v="0" actId="20577"/>
      <pc:docMkLst>
        <pc:docMk/>
      </pc:docMkLst>
      <pc:sldChg chg="modSp">
        <pc:chgData name="Diego Morais" userId="e2b51ec297bb16eb" providerId="Windows Live" clId="Web-{F9247D19-F42F-B63D-D617-2BE9A62EA94F}" dt="2025-07-04T22:06:18.220" v="0" actId="20577"/>
        <pc:sldMkLst>
          <pc:docMk/>
          <pc:sldMk cId="1543499354" sldId="258"/>
        </pc:sldMkLst>
        <pc:spChg chg="mod">
          <ac:chgData name="Diego Morais" userId="e2b51ec297bb16eb" providerId="Windows Live" clId="Web-{F9247D19-F42F-B63D-D617-2BE9A62EA94F}" dt="2025-07-04T22:06:18.220" v="0" actId="20577"/>
          <ac:spMkLst>
            <pc:docMk/>
            <pc:sldMk cId="1543499354" sldId="258"/>
            <ac:spMk id="2" creationId="{101EF067-FCE1-DEF7-0415-D3425F023CBB}"/>
          </ac:spMkLst>
        </pc:spChg>
      </pc:sldChg>
    </pc:docChg>
  </pc:docChgLst>
  <pc:docChgLst>
    <pc:chgData name="Diego Morais" userId="e2b51ec297bb16eb" providerId="Windows Live" clId="Web-{182A5A39-3F0D-3DC8-34BA-DE918002B0A2}"/>
    <pc:docChg chg="mod addSld delSld modSld modMainMaster">
      <pc:chgData name="Diego Morais" userId="e2b51ec297bb16eb" providerId="Windows Live" clId="Web-{182A5A39-3F0D-3DC8-34BA-DE918002B0A2}" dt="2025-06-30T22:24:06.970" v="998" actId="20577"/>
      <pc:docMkLst>
        <pc:docMk/>
      </pc:docMkLst>
      <pc:sldChg chg="addSp delSp modSp mod setBg">
        <pc:chgData name="Diego Morais" userId="e2b51ec297bb16eb" providerId="Windows Live" clId="Web-{182A5A39-3F0D-3DC8-34BA-DE918002B0A2}" dt="2025-06-30T21:43:59.893" v="34"/>
        <pc:sldMkLst>
          <pc:docMk/>
          <pc:sldMk cId="2210866551" sldId="256"/>
        </pc:sldMkLst>
        <pc:spChg chg="mod">
          <ac:chgData name="Diego Morais" userId="e2b51ec297bb16eb" providerId="Windows Live" clId="Web-{182A5A39-3F0D-3DC8-34BA-DE918002B0A2}" dt="2025-06-30T21:41:15.340" v="21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Diego Morais" userId="e2b51ec297bb16eb" providerId="Windows Live" clId="Web-{182A5A39-3F0D-3DC8-34BA-DE918002B0A2}" dt="2025-06-30T21:42:13.780" v="27" actId="20577"/>
          <ac:spMkLst>
            <pc:docMk/>
            <pc:sldMk cId="2210866551" sldId="256"/>
            <ac:spMk id="3" creationId="{00000000-0000-0000-0000-000000000000}"/>
          </ac:spMkLst>
        </pc:spChg>
        <pc:spChg chg="add">
          <ac:chgData name="Diego Morais" userId="e2b51ec297bb16eb" providerId="Windows Live" clId="Web-{182A5A39-3F0D-3DC8-34BA-DE918002B0A2}" dt="2025-06-30T21:38:40.490" v="8"/>
          <ac:spMkLst>
            <pc:docMk/>
            <pc:sldMk cId="2210866551" sldId="256"/>
            <ac:spMk id="15" creationId="{FFCDD23B-75C8-427B-BD08-53C8156CD7CD}"/>
          </ac:spMkLst>
        </pc:spChg>
        <pc:spChg chg="add">
          <ac:chgData name="Diego Morais" userId="e2b51ec297bb16eb" providerId="Windows Live" clId="Web-{182A5A39-3F0D-3DC8-34BA-DE918002B0A2}" dt="2025-06-30T21:38:40.490" v="8"/>
          <ac:spMkLst>
            <pc:docMk/>
            <pc:sldMk cId="2210866551" sldId="256"/>
            <ac:spMk id="17" creationId="{AFFC87AC-C919-4FE5-BAC3-39509E001152}"/>
          </ac:spMkLst>
        </pc:spChg>
        <pc:spChg chg="add">
          <ac:chgData name="Diego Morais" userId="e2b51ec297bb16eb" providerId="Windows Live" clId="Web-{182A5A39-3F0D-3DC8-34BA-DE918002B0A2}" dt="2025-06-30T21:38:40.490" v="8"/>
          <ac:spMkLst>
            <pc:docMk/>
            <pc:sldMk cId="2210866551" sldId="256"/>
            <ac:spMk id="19" creationId="{AB5E08C4-8CDD-4623-A5B8-E998C6DEE3B7}"/>
          </ac:spMkLst>
        </pc:spChg>
        <pc:spChg chg="add">
          <ac:chgData name="Diego Morais" userId="e2b51ec297bb16eb" providerId="Windows Live" clId="Web-{182A5A39-3F0D-3DC8-34BA-DE918002B0A2}" dt="2025-06-30T21:38:40.490" v="8"/>
          <ac:spMkLst>
            <pc:docMk/>
            <pc:sldMk cId="2210866551" sldId="256"/>
            <ac:spMk id="21" creationId="{15F33878-D502-4FFA-8ACE-F2AECDB2A23F}"/>
          </ac:spMkLst>
        </pc:spChg>
        <pc:picChg chg="add mod ord">
          <ac:chgData name="Diego Morais" userId="e2b51ec297bb16eb" providerId="Windows Live" clId="Web-{182A5A39-3F0D-3DC8-34BA-DE918002B0A2}" dt="2025-06-30T21:40:35.401" v="19" actId="1076"/>
          <ac:picMkLst>
            <pc:docMk/>
            <pc:sldMk cId="2210866551" sldId="256"/>
            <ac:picMk id="6" creationId="{D523D040-3E51-4CEF-5CDC-BEA2DBCB8255}"/>
          </ac:picMkLst>
        </pc:picChg>
      </pc:sldChg>
      <pc:sldChg chg="modSp new">
        <pc:chgData name="Diego Morais" userId="e2b51ec297bb16eb" providerId="Windows Live" clId="Web-{182A5A39-3F0D-3DC8-34BA-DE918002B0A2}" dt="2025-06-30T21:47:02.041" v="49" actId="20577"/>
        <pc:sldMkLst>
          <pc:docMk/>
          <pc:sldMk cId="1141758540" sldId="257"/>
        </pc:sldMkLst>
      </pc:sldChg>
      <pc:sldChg chg="addSp delSp modSp new mod setBg">
        <pc:chgData name="Diego Morais" userId="e2b51ec297bb16eb" providerId="Windows Live" clId="Web-{182A5A39-3F0D-3DC8-34BA-DE918002B0A2}" dt="2025-06-30T21:50:51.222" v="59"/>
        <pc:sldMkLst>
          <pc:docMk/>
          <pc:sldMk cId="1543499354" sldId="258"/>
        </pc:sldMkLst>
        <pc:spChg chg="mod">
          <ac:chgData name="Diego Morais" userId="e2b51ec297bb16eb" providerId="Windows Live" clId="Web-{182A5A39-3F0D-3DC8-34BA-DE918002B0A2}" dt="2025-06-30T21:50:51.222" v="59"/>
          <ac:spMkLst>
            <pc:docMk/>
            <pc:sldMk cId="1543499354" sldId="258"/>
            <ac:spMk id="2" creationId="{101EF067-FCE1-DEF7-0415-D3425F023CBB}"/>
          </ac:spMkLst>
        </pc:spChg>
        <pc:spChg chg="mod">
          <ac:chgData name="Diego Morais" userId="e2b51ec297bb16eb" providerId="Windows Live" clId="Web-{182A5A39-3F0D-3DC8-34BA-DE918002B0A2}" dt="2025-06-30T21:50:51.222" v="59"/>
          <ac:spMkLst>
            <pc:docMk/>
            <pc:sldMk cId="1543499354" sldId="258"/>
            <ac:spMk id="4" creationId="{E623CBE9-51F4-8721-CD1C-975F50F59FE8}"/>
          </ac:spMkLst>
        </pc:spChg>
        <pc:spChg chg="add">
          <ac:chgData name="Diego Morais" userId="e2b51ec297bb16eb" providerId="Windows Live" clId="Web-{182A5A39-3F0D-3DC8-34BA-DE918002B0A2}" dt="2025-06-30T21:50:51.222" v="59"/>
          <ac:spMkLst>
            <pc:docMk/>
            <pc:sldMk cId="1543499354" sldId="258"/>
            <ac:spMk id="14" creationId="{84A8DE83-DE75-4B41-9DB4-A7EC0B0DEC0B}"/>
          </ac:spMkLst>
        </pc:spChg>
        <pc:spChg chg="add">
          <ac:chgData name="Diego Morais" userId="e2b51ec297bb16eb" providerId="Windows Live" clId="Web-{182A5A39-3F0D-3DC8-34BA-DE918002B0A2}" dt="2025-06-30T21:50:51.222" v="59"/>
          <ac:spMkLst>
            <pc:docMk/>
            <pc:sldMk cId="1543499354" sldId="258"/>
            <ac:spMk id="15" creationId="{A8384FB5-9ADC-4DDC-881B-597D56F5B15D}"/>
          </ac:spMkLst>
        </pc:spChg>
        <pc:spChg chg="add">
          <ac:chgData name="Diego Morais" userId="e2b51ec297bb16eb" providerId="Windows Live" clId="Web-{182A5A39-3F0D-3DC8-34BA-DE918002B0A2}" dt="2025-06-30T21:50:51.222" v="59"/>
          <ac:spMkLst>
            <pc:docMk/>
            <pc:sldMk cId="1543499354" sldId="258"/>
            <ac:spMk id="16" creationId="{A7009A0A-BEF5-4EAC-AF15-E4F9F002E239}"/>
          </ac:spMkLst>
        </pc:spChg>
        <pc:spChg chg="add">
          <ac:chgData name="Diego Morais" userId="e2b51ec297bb16eb" providerId="Windows Live" clId="Web-{182A5A39-3F0D-3DC8-34BA-DE918002B0A2}" dt="2025-06-30T21:50:51.222" v="59"/>
          <ac:spMkLst>
            <pc:docMk/>
            <pc:sldMk cId="1543499354" sldId="258"/>
            <ac:spMk id="17" creationId="{1199E1B1-A8C0-4FE8-A5A8-1CB41D69F857}"/>
          </ac:spMkLst>
        </pc:spChg>
        <pc:picChg chg="add mod ord modCrop">
          <ac:chgData name="Diego Morais" userId="e2b51ec297bb16eb" providerId="Windows Live" clId="Web-{182A5A39-3F0D-3DC8-34BA-DE918002B0A2}" dt="2025-06-30T21:50:51.222" v="59"/>
          <ac:picMkLst>
            <pc:docMk/>
            <pc:sldMk cId="1543499354" sldId="258"/>
            <ac:picMk id="5" creationId="{270A546A-22F8-A1A7-B4F2-6C6CA1BC5D45}"/>
          </ac:picMkLst>
        </pc:picChg>
      </pc:sldChg>
      <pc:sldChg chg="addSp delSp modSp new">
        <pc:chgData name="Diego Morais" userId="e2b51ec297bb16eb" providerId="Windows Live" clId="Web-{182A5A39-3F0D-3DC8-34BA-DE918002B0A2}" dt="2025-06-30T22:05:50.991" v="253"/>
        <pc:sldMkLst>
          <pc:docMk/>
          <pc:sldMk cId="3688869763" sldId="259"/>
        </pc:sldMkLst>
        <pc:spChg chg="mod">
          <ac:chgData name="Diego Morais" userId="e2b51ec297bb16eb" providerId="Windows Live" clId="Web-{182A5A39-3F0D-3DC8-34BA-DE918002B0A2}" dt="2025-06-30T22:05:50.991" v="253"/>
          <ac:spMkLst>
            <pc:docMk/>
            <pc:sldMk cId="3688869763" sldId="259"/>
            <ac:spMk id="2" creationId="{083672CC-E0D1-E147-A9AE-AFD9A449EA19}"/>
          </ac:spMkLst>
        </pc:spChg>
        <pc:spChg chg="mod">
          <ac:chgData name="Diego Morais" userId="e2b51ec297bb16eb" providerId="Windows Live" clId="Web-{182A5A39-3F0D-3DC8-34BA-DE918002B0A2}" dt="2025-06-30T21:57:20.643" v="81" actId="20577"/>
          <ac:spMkLst>
            <pc:docMk/>
            <pc:sldMk cId="3688869763" sldId="259"/>
            <ac:spMk id="3" creationId="{0CACE0C4-A6B8-3F6D-B8B8-5893119D283D}"/>
          </ac:spMkLst>
        </pc:spChg>
        <pc:graphicFrameChg chg="add mod modGraphic">
          <ac:chgData name="Diego Morais" userId="e2b51ec297bb16eb" providerId="Windows Live" clId="Web-{182A5A39-3F0D-3DC8-34BA-DE918002B0A2}" dt="2025-06-30T22:01:22.918" v="224"/>
          <ac:graphicFrameMkLst>
            <pc:docMk/>
            <pc:sldMk cId="3688869763" sldId="259"/>
            <ac:graphicFrameMk id="219" creationId="{9E81930A-7063-2BE1-5361-778954CE0FFD}"/>
          </ac:graphicFrameMkLst>
        </pc:graphicFrameChg>
      </pc:sldChg>
      <pc:sldChg chg="addSp modSp new">
        <pc:chgData name="Diego Morais" userId="e2b51ec297bb16eb" providerId="Windows Live" clId="Web-{182A5A39-3F0D-3DC8-34BA-DE918002B0A2}" dt="2025-06-30T22:05:15.677" v="249" actId="1076"/>
        <pc:sldMkLst>
          <pc:docMk/>
          <pc:sldMk cId="615979157" sldId="260"/>
        </pc:sldMkLst>
        <pc:spChg chg="mod">
          <ac:chgData name="Diego Morais" userId="e2b51ec297bb16eb" providerId="Windows Live" clId="Web-{182A5A39-3F0D-3DC8-34BA-DE918002B0A2}" dt="2025-06-30T22:02:40.655" v="233"/>
          <ac:spMkLst>
            <pc:docMk/>
            <pc:sldMk cId="615979157" sldId="260"/>
            <ac:spMk id="2" creationId="{52735312-BCDB-EA93-AB49-EB4984D38CF0}"/>
          </ac:spMkLst>
        </pc:spChg>
        <pc:spChg chg="mod">
          <ac:chgData name="Diego Morais" userId="e2b51ec297bb16eb" providerId="Windows Live" clId="Web-{182A5A39-3F0D-3DC8-34BA-DE918002B0A2}" dt="2025-06-30T22:05:15.677" v="249" actId="1076"/>
          <ac:spMkLst>
            <pc:docMk/>
            <pc:sldMk cId="615979157" sldId="260"/>
            <ac:spMk id="3" creationId="{02545B10-3E76-C759-B79F-74E41A8E1E84}"/>
          </ac:spMkLst>
        </pc:spChg>
        <pc:spChg chg="add mod ord">
          <ac:chgData name="Diego Morais" userId="e2b51ec297bb16eb" providerId="Windows Live" clId="Web-{182A5A39-3F0D-3DC8-34BA-DE918002B0A2}" dt="2025-06-30T22:04:54.817" v="246"/>
          <ac:spMkLst>
            <pc:docMk/>
            <pc:sldMk cId="615979157" sldId="260"/>
            <ac:spMk id="5" creationId="{DB1CB21C-DCF1-3E4B-6BEF-688595947535}"/>
          </ac:spMkLst>
        </pc:spChg>
        <pc:picChg chg="add mod">
          <ac:chgData name="Diego Morais" userId="e2b51ec297bb16eb" providerId="Windows Live" clId="Web-{182A5A39-3F0D-3DC8-34BA-DE918002B0A2}" dt="2025-06-30T22:03:46.767" v="243" actId="1076"/>
          <ac:picMkLst>
            <pc:docMk/>
            <pc:sldMk cId="615979157" sldId="260"/>
            <ac:picMk id="7" creationId="{70603061-DE84-5C4C-24E8-6F7C454532E0}"/>
          </ac:picMkLst>
        </pc:picChg>
      </pc:sldChg>
      <pc:sldChg chg="modSp new del">
        <pc:chgData name="Diego Morais" userId="e2b51ec297bb16eb" providerId="Windows Live" clId="Web-{182A5A39-3F0D-3DC8-34BA-DE918002B0A2}" dt="2025-06-30T22:07:04.618" v="260"/>
        <pc:sldMkLst>
          <pc:docMk/>
          <pc:sldMk cId="3301515624" sldId="261"/>
        </pc:sldMkLst>
      </pc:sldChg>
      <pc:sldChg chg="addSp delSp modSp new">
        <pc:chgData name="Diego Morais" userId="e2b51ec297bb16eb" providerId="Windows Live" clId="Web-{182A5A39-3F0D-3DC8-34BA-DE918002B0A2}" dt="2025-06-30T22:15:01.496" v="866"/>
        <pc:sldMkLst>
          <pc:docMk/>
          <pc:sldMk cId="3970641479" sldId="261"/>
        </pc:sldMkLst>
        <pc:spChg chg="mod">
          <ac:chgData name="Diego Morais" userId="e2b51ec297bb16eb" providerId="Windows Live" clId="Web-{182A5A39-3F0D-3DC8-34BA-DE918002B0A2}" dt="2025-06-30T22:08:36.013" v="275" actId="20577"/>
          <ac:spMkLst>
            <pc:docMk/>
            <pc:sldMk cId="3970641479" sldId="261"/>
            <ac:spMk id="2" creationId="{EF6FEF6F-E3A6-A444-703A-B25699501E42}"/>
          </ac:spMkLst>
        </pc:spChg>
        <pc:graphicFrameChg chg="add mod ord modGraphic">
          <ac:chgData name="Diego Morais" userId="e2b51ec297bb16eb" providerId="Windows Live" clId="Web-{182A5A39-3F0D-3DC8-34BA-DE918002B0A2}" dt="2025-06-30T22:15:01.496" v="866"/>
          <ac:graphicFrameMkLst>
            <pc:docMk/>
            <pc:sldMk cId="3970641479" sldId="261"/>
            <ac:graphicFrameMk id="5" creationId="{9CC7D604-227A-4105-CFED-74419DE25AEF}"/>
          </ac:graphicFrameMkLst>
        </pc:graphicFrameChg>
      </pc:sldChg>
      <pc:sldChg chg="addSp delSp modSp new">
        <pc:chgData name="Diego Morais" userId="e2b51ec297bb16eb" providerId="Windows Live" clId="Web-{182A5A39-3F0D-3DC8-34BA-DE918002B0A2}" dt="2025-06-30T22:24:06.970" v="998" actId="20577"/>
        <pc:sldMkLst>
          <pc:docMk/>
          <pc:sldMk cId="1864309874" sldId="262"/>
        </pc:sldMkLst>
        <pc:spChg chg="mod">
          <ac:chgData name="Diego Morais" userId="e2b51ec297bb16eb" providerId="Windows Live" clId="Web-{182A5A39-3F0D-3DC8-34BA-DE918002B0A2}" dt="2025-06-30T22:16:18.030" v="869" actId="20577"/>
          <ac:spMkLst>
            <pc:docMk/>
            <pc:sldMk cId="1864309874" sldId="262"/>
            <ac:spMk id="2" creationId="{DEC97F86-1508-1887-CA62-B3AEAF2FA120}"/>
          </ac:spMkLst>
        </pc:spChg>
        <pc:spChg chg="mod">
          <ac:chgData name="Diego Morais" userId="e2b51ec297bb16eb" providerId="Windows Live" clId="Web-{182A5A39-3F0D-3DC8-34BA-DE918002B0A2}" dt="2025-06-30T22:20:19.274" v="913" actId="20577"/>
          <ac:spMkLst>
            <pc:docMk/>
            <pc:sldMk cId="1864309874" sldId="262"/>
            <ac:spMk id="3" creationId="{482F8DEF-ECAD-0A39-9769-23EA6CD7EBD5}"/>
          </ac:spMkLst>
        </pc:spChg>
        <pc:spChg chg="add mod">
          <ac:chgData name="Diego Morais" userId="e2b51ec297bb16eb" providerId="Windows Live" clId="Web-{182A5A39-3F0D-3DC8-34BA-DE918002B0A2}" dt="2025-06-30T22:24:06.970" v="998" actId="20577"/>
          <ac:spMkLst>
            <pc:docMk/>
            <pc:sldMk cId="1864309874" sldId="262"/>
            <ac:spMk id="8" creationId="{5997BABD-E14A-68A2-9731-F1C19BFE5AE2}"/>
          </ac:spMkLst>
        </pc:spChg>
      </pc:sldChg>
      <pc:sldMasterChg chg="modSp mod modSldLayout">
        <pc:chgData name="Diego Morais" userId="e2b51ec297bb16eb" providerId="Windows Live" clId="Web-{182A5A39-3F0D-3DC8-34BA-DE918002B0A2}" dt="2025-06-30T21:44:18.675" v="36"/>
        <pc:sldMasterMkLst>
          <pc:docMk/>
          <pc:sldMasterMk cId="2675746937" sldId="2147483648"/>
        </pc:sldMasterMkLst>
        <pc:spChg chg="mod">
          <ac:chgData name="Diego Morais" userId="e2b51ec297bb16eb" providerId="Windows Live" clId="Web-{182A5A39-3F0D-3DC8-34BA-DE918002B0A2}" dt="2025-06-30T21:43:48.940" v="33"/>
          <ac:spMkLst>
            <pc:docMk/>
            <pc:sldMasterMk cId="2675746937" sldId="2147483648"/>
            <ac:spMk id="5" creationId="{00000000-0000-0000-0000-000000000000}"/>
          </ac:spMkLst>
        </pc:sp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877683876" sldId="2147483649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877683876" sldId="2147483649"/>
              <ac:spMk id="5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314005268" sldId="2147483650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314005268" sldId="2147483650"/>
              <ac:spMk id="5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3781375764" sldId="2147483651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3781375764" sldId="2147483651"/>
              <ac:spMk id="5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2124613824" sldId="2147483652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2124613824" sldId="2147483652"/>
              <ac:spMk id="6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3694421058" sldId="2147483653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3694421058" sldId="2147483653"/>
              <ac:spMk id="8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3108533492" sldId="2147483654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3108533492" sldId="2147483654"/>
              <ac:spMk id="4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578281579" sldId="2147483655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578281579" sldId="2147483655"/>
              <ac:spMk id="3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2217836567" sldId="2147483656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2217836567" sldId="2147483656"/>
              <ac:spMk id="6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2245566346" sldId="2147483657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2245566346" sldId="2147483657"/>
              <ac:spMk id="6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746588027" sldId="2147483658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746588027" sldId="2147483658"/>
              <ac:spMk id="5" creationId="{00000000-0000-0000-0000-000000000000}"/>
            </ac:spMkLst>
          </pc:spChg>
        </pc:sldLayoutChg>
        <pc:sldLayoutChg chg="modSp mod">
          <pc:chgData name="Diego Morais" userId="e2b51ec297bb16eb" providerId="Windows Live" clId="Web-{182A5A39-3F0D-3DC8-34BA-DE918002B0A2}" dt="2025-06-30T21:44:18.675" v="36"/>
          <pc:sldLayoutMkLst>
            <pc:docMk/>
            <pc:sldMasterMk cId="2675746937" sldId="2147483648"/>
            <pc:sldLayoutMk cId="1306397509" sldId="2147483659"/>
          </pc:sldLayoutMkLst>
          <pc:spChg chg="mod">
            <ac:chgData name="Diego Morais" userId="e2b51ec297bb16eb" providerId="Windows Live" clId="Web-{182A5A39-3F0D-3DC8-34BA-DE918002B0A2}" dt="2025-06-30T21:43:48.940" v="33"/>
            <ac:spMkLst>
              <pc:docMk/>
              <pc:sldMasterMk cId="2675746937" sldId="2147483648"/>
              <pc:sldLayoutMk cId="1306397509" sldId="2147483659"/>
              <ac:spMk id="5" creationId="{00000000-0000-0000-0000-000000000000}"/>
            </ac:spMkLst>
          </pc:spChg>
        </pc:sldLayoutChg>
      </pc:sldMasterChg>
    </pc:docChg>
  </pc:docChgLst>
  <pc:docChgLst>
    <pc:chgData clId="Web-{182A5A39-3F0D-3DC8-34BA-DE918002B0A2}"/>
    <pc:docChg chg="modSld">
      <pc:chgData name="" userId="" providerId="" clId="Web-{182A5A39-3F0D-3DC8-34BA-DE918002B0A2}" dt="2025-06-30T21:37:30.238" v="3" actId="20577"/>
      <pc:docMkLst>
        <pc:docMk/>
      </pc:docMkLst>
      <pc:sldChg chg="modSp">
        <pc:chgData name="" userId="" providerId="" clId="Web-{182A5A39-3F0D-3DC8-34BA-DE918002B0A2}" dt="2025-06-30T21:37:30.238" v="3" actId="20577"/>
        <pc:sldMkLst>
          <pc:docMk/>
          <pc:sldMk cId="2210866551" sldId="256"/>
        </pc:sldMkLst>
        <pc:spChg chg="mod">
          <ac:chgData name="" userId="" providerId="" clId="Web-{182A5A39-3F0D-3DC8-34BA-DE918002B0A2}" dt="2025-06-30T21:37:30.238" v="3" actId="20577"/>
          <ac:spMkLst>
            <pc:docMk/>
            <pc:sldMk cId="2210866551" sldId="256"/>
            <ac:spMk id="2" creationId="{00000000-0000-0000-0000-000000000000}"/>
          </ac:spMkLst>
        </pc:spChg>
      </pc:sldChg>
    </pc:docChg>
  </pc:docChgLst>
  <pc:docChgLst>
    <pc:chgData name="Diego Morais" userId="e2b51ec297bb16eb" providerId="Windows Live" clId="Web-{00E7A31D-0D54-B5ED-2CA8-1518D21DDFAD}"/>
    <pc:docChg chg="delSld modSld">
      <pc:chgData name="Diego Morais" userId="e2b51ec297bb16eb" providerId="Windows Live" clId="Web-{00E7A31D-0D54-B5ED-2CA8-1518D21DDFAD}" dt="2025-07-01T21:52:59.824" v="7"/>
      <pc:docMkLst>
        <pc:docMk/>
      </pc:docMkLst>
      <pc:sldChg chg="modSp">
        <pc:chgData name="Diego Morais" userId="e2b51ec297bb16eb" providerId="Windows Live" clId="Web-{00E7A31D-0D54-B5ED-2CA8-1518D21DDFAD}" dt="2025-07-01T21:45:33.422" v="6" actId="20577"/>
        <pc:sldMkLst>
          <pc:docMk/>
          <pc:sldMk cId="2210866551" sldId="256"/>
        </pc:sldMkLst>
        <pc:spChg chg="mod">
          <ac:chgData name="Diego Morais" userId="e2b51ec297bb16eb" providerId="Windows Live" clId="Web-{00E7A31D-0D54-B5ED-2CA8-1518D21DDFAD}" dt="2025-07-01T21:45:33.422" v="6" actId="20577"/>
          <ac:spMkLst>
            <pc:docMk/>
            <pc:sldMk cId="2210866551" sldId="256"/>
            <ac:spMk id="2" creationId="{00000000-0000-0000-0000-000000000000}"/>
          </ac:spMkLst>
        </pc:spChg>
      </pc:sldChg>
      <pc:sldChg chg="del">
        <pc:chgData name="Diego Morais" userId="e2b51ec297bb16eb" providerId="Windows Live" clId="Web-{00E7A31D-0D54-B5ED-2CA8-1518D21DDFAD}" dt="2025-07-01T21:52:59.824" v="7"/>
        <pc:sldMkLst>
          <pc:docMk/>
          <pc:sldMk cId="1141758540" sldId="25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8F45C9-1AE7-4378-801D-A5D264804872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E02D7AA2-6AD3-453B-B733-F19D792F75D7}">
      <dgm:prSet phldrT="[Texto]" phldr="0"/>
      <dgm:spPr/>
      <dgm:t>
        <a:bodyPr/>
        <a:lstStyle/>
        <a:p>
          <a:pPr rtl="0"/>
          <a:r>
            <a:rPr lang="pt-BR" dirty="0">
              <a:latin typeface="Aptos Display" panose="020F0302020204030204"/>
            </a:rPr>
            <a:t>2 servidores (DHCP &amp; Web</a:t>
          </a:r>
          <a:endParaRPr lang="pt-BR" dirty="0"/>
        </a:p>
      </dgm:t>
    </dgm:pt>
    <dgm:pt modelId="{15EA2043-EFC5-43AF-8CB2-C289F2D209E1}" type="parTrans" cxnId="{EE40A67B-C37A-45BC-8133-61F1F4EEB9CF}">
      <dgm:prSet/>
      <dgm:spPr/>
      <dgm:t>
        <a:bodyPr/>
        <a:lstStyle/>
        <a:p>
          <a:endParaRPr lang="pt-BR"/>
        </a:p>
      </dgm:t>
    </dgm:pt>
    <dgm:pt modelId="{CF9C7CA1-03FD-4EE2-BBD7-551268FB1FB6}" type="sibTrans" cxnId="{EE40A67B-C37A-45BC-8133-61F1F4EEB9CF}">
      <dgm:prSet/>
      <dgm:spPr/>
      <dgm:t>
        <a:bodyPr/>
        <a:lstStyle/>
        <a:p>
          <a:endParaRPr lang="pt-BR"/>
        </a:p>
      </dgm:t>
    </dgm:pt>
    <dgm:pt modelId="{F3F0A02E-CA89-4F1A-8C79-0457B528BA81}">
      <dgm:prSet phldrT="[Texto]" phldr="0"/>
      <dgm:spPr/>
      <dgm:t>
        <a:bodyPr/>
        <a:lstStyle/>
        <a:p>
          <a:pPr rtl="0"/>
          <a:r>
            <a:rPr lang="pt-BR" dirty="0">
              <a:latin typeface="Aptos Display" panose="020F0302020204030204"/>
            </a:rPr>
            <a:t>2 Switches (24 + 8 portas)</a:t>
          </a:r>
          <a:endParaRPr lang="pt-BR" dirty="0"/>
        </a:p>
      </dgm:t>
    </dgm:pt>
    <dgm:pt modelId="{7D3AFFFB-1436-4DBE-80BE-EF46DFE0736C}" type="parTrans" cxnId="{B5F0FA9F-2C5C-4D28-A9ED-8C47ED3FB8AE}">
      <dgm:prSet/>
      <dgm:spPr/>
      <dgm:t>
        <a:bodyPr/>
        <a:lstStyle/>
        <a:p>
          <a:endParaRPr lang="pt-BR"/>
        </a:p>
      </dgm:t>
    </dgm:pt>
    <dgm:pt modelId="{6D31E570-5CD7-4B34-8B97-839F06C6AC43}" type="sibTrans" cxnId="{B5F0FA9F-2C5C-4D28-A9ED-8C47ED3FB8AE}">
      <dgm:prSet/>
      <dgm:spPr/>
      <dgm:t>
        <a:bodyPr/>
        <a:lstStyle/>
        <a:p>
          <a:endParaRPr lang="pt-BR"/>
        </a:p>
      </dgm:t>
    </dgm:pt>
    <dgm:pt modelId="{1CF494BB-4061-4BE4-8C6D-86B933C6C211}">
      <dgm:prSet phldrT="[Texto]" phldr="0"/>
      <dgm:spPr/>
      <dgm:t>
        <a:bodyPr/>
        <a:lstStyle/>
        <a:p>
          <a:pPr rtl="0"/>
          <a:r>
            <a:rPr lang="pt-BR" dirty="0">
              <a:latin typeface="Aptos Display" panose="020F0302020204030204"/>
            </a:rPr>
            <a:t>1 Roteador </a:t>
          </a:r>
          <a:r>
            <a:rPr lang="pt-BR" dirty="0" err="1">
              <a:latin typeface="Aptos Display" panose="020F0302020204030204"/>
            </a:rPr>
            <a:t>Wireles</a:t>
          </a:r>
          <a:endParaRPr lang="pt-BR" dirty="0" err="1"/>
        </a:p>
      </dgm:t>
    </dgm:pt>
    <dgm:pt modelId="{2F946977-0BFD-4E0E-8731-2106027E10F6}" type="parTrans" cxnId="{3FE7694C-9B44-4BFE-9531-EB6408822DF6}">
      <dgm:prSet/>
      <dgm:spPr/>
      <dgm:t>
        <a:bodyPr/>
        <a:lstStyle/>
        <a:p>
          <a:endParaRPr lang="pt-BR"/>
        </a:p>
      </dgm:t>
    </dgm:pt>
    <dgm:pt modelId="{BF247FBB-AE4A-49FA-B5B8-77FC16E5C72B}" type="sibTrans" cxnId="{3FE7694C-9B44-4BFE-9531-EB6408822DF6}">
      <dgm:prSet/>
      <dgm:spPr/>
      <dgm:t>
        <a:bodyPr/>
        <a:lstStyle/>
        <a:p>
          <a:endParaRPr lang="pt-BR"/>
        </a:p>
      </dgm:t>
    </dgm:pt>
    <dgm:pt modelId="{320BF8A5-B53A-436E-89B9-FA89714E9EA8}">
      <dgm:prSet phldr="0"/>
      <dgm:spPr/>
      <dgm:t>
        <a:bodyPr/>
        <a:lstStyle/>
        <a:p>
          <a:pPr algn="l" rtl="0"/>
          <a:r>
            <a:rPr lang="pt-BR" dirty="0">
              <a:latin typeface="Aptos Display" panose="020F0302020204030204"/>
            </a:rPr>
            <a:t>6 Laptops para diretores </a:t>
          </a:r>
        </a:p>
      </dgm:t>
    </dgm:pt>
    <dgm:pt modelId="{012A69A1-AE5A-459B-BC54-D61036C9938A}" type="parTrans" cxnId="{DC53BE86-2B53-44E7-AF7F-8EB18031EBC5}">
      <dgm:prSet/>
      <dgm:spPr/>
    </dgm:pt>
    <dgm:pt modelId="{44567934-C80C-445A-8F64-20810FF7B912}" type="sibTrans" cxnId="{DC53BE86-2B53-44E7-AF7F-8EB18031EBC5}">
      <dgm:prSet/>
      <dgm:spPr/>
    </dgm:pt>
    <dgm:pt modelId="{1AFB444B-5480-4BBB-9A8C-E6E5EE98C527}">
      <dgm:prSet phldr="0"/>
      <dgm:spPr/>
      <dgm:t>
        <a:bodyPr/>
        <a:lstStyle/>
        <a:p>
          <a:pPr algn="l" rtl="0"/>
          <a:r>
            <a:rPr lang="pt-BR" dirty="0">
              <a:latin typeface="Aptos Display" panose="020F0302020204030204"/>
            </a:rPr>
            <a:t>22 PCs por setor</a:t>
          </a:r>
          <a:endParaRPr lang="pt-BR" dirty="0"/>
        </a:p>
      </dgm:t>
    </dgm:pt>
    <dgm:pt modelId="{47B1831E-3E0F-4525-8AEC-D327470C908A}" type="parTrans" cxnId="{A0941A72-A3BE-462B-980C-526D0BBC22BD}">
      <dgm:prSet/>
      <dgm:spPr/>
    </dgm:pt>
    <dgm:pt modelId="{67F9FE25-0029-4ED0-B9C9-97FAC14088DB}" type="sibTrans" cxnId="{A0941A72-A3BE-462B-980C-526D0BBC22BD}">
      <dgm:prSet/>
      <dgm:spPr/>
    </dgm:pt>
    <dgm:pt modelId="{4CF3A84F-CA4B-4A12-AE5A-C1A0953B2710}" type="pres">
      <dgm:prSet presAssocID="{A28F45C9-1AE7-4378-801D-A5D264804872}" presName="Name0" presStyleCnt="0">
        <dgm:presLayoutVars>
          <dgm:dir/>
          <dgm:resizeHandles/>
        </dgm:presLayoutVars>
      </dgm:prSet>
      <dgm:spPr/>
    </dgm:pt>
    <dgm:pt modelId="{C30D4193-C26F-4471-928E-12CBDE0571F0}" type="pres">
      <dgm:prSet presAssocID="{1AFB444B-5480-4BBB-9A8C-E6E5EE98C527}" presName="compNode" presStyleCnt="0"/>
      <dgm:spPr/>
    </dgm:pt>
    <dgm:pt modelId="{572FCB8C-16B1-4163-B911-AA3551B51555}" type="pres">
      <dgm:prSet presAssocID="{1AFB444B-5480-4BBB-9A8C-E6E5EE98C527}" presName="dummyConnPt" presStyleCnt="0"/>
      <dgm:spPr/>
    </dgm:pt>
    <dgm:pt modelId="{E10A1A9C-E776-4085-951D-6D61B7DE3F51}" type="pres">
      <dgm:prSet presAssocID="{1AFB444B-5480-4BBB-9A8C-E6E5EE98C527}" presName="node" presStyleLbl="node1" presStyleIdx="0" presStyleCnt="5">
        <dgm:presLayoutVars>
          <dgm:bulletEnabled val="1"/>
        </dgm:presLayoutVars>
      </dgm:prSet>
      <dgm:spPr/>
    </dgm:pt>
    <dgm:pt modelId="{F1BC5860-1071-4948-8394-22A3EE671DF1}" type="pres">
      <dgm:prSet presAssocID="{67F9FE25-0029-4ED0-B9C9-97FAC14088DB}" presName="sibTrans" presStyleLbl="bgSibTrans2D1" presStyleIdx="0" presStyleCnt="4"/>
      <dgm:spPr/>
    </dgm:pt>
    <dgm:pt modelId="{8DABA7B5-C438-40AB-B93A-887EC7936DE3}" type="pres">
      <dgm:prSet presAssocID="{320BF8A5-B53A-436E-89B9-FA89714E9EA8}" presName="compNode" presStyleCnt="0"/>
      <dgm:spPr/>
    </dgm:pt>
    <dgm:pt modelId="{1BC76C52-EAFC-4F86-ACE8-775F9967B8E5}" type="pres">
      <dgm:prSet presAssocID="{320BF8A5-B53A-436E-89B9-FA89714E9EA8}" presName="dummyConnPt" presStyleCnt="0"/>
      <dgm:spPr/>
    </dgm:pt>
    <dgm:pt modelId="{378956D3-F4CD-423C-8B27-E6F2DD8910EA}" type="pres">
      <dgm:prSet presAssocID="{320BF8A5-B53A-436E-89B9-FA89714E9EA8}" presName="node" presStyleLbl="node1" presStyleIdx="1" presStyleCnt="5">
        <dgm:presLayoutVars>
          <dgm:bulletEnabled val="1"/>
        </dgm:presLayoutVars>
      </dgm:prSet>
      <dgm:spPr/>
    </dgm:pt>
    <dgm:pt modelId="{DB085CBF-CE61-4C14-A290-EBB674158AA6}" type="pres">
      <dgm:prSet presAssocID="{44567934-C80C-445A-8F64-20810FF7B912}" presName="sibTrans" presStyleLbl="bgSibTrans2D1" presStyleIdx="1" presStyleCnt="4"/>
      <dgm:spPr/>
    </dgm:pt>
    <dgm:pt modelId="{BC01126C-4584-4C74-8AB1-CDE569BFB964}" type="pres">
      <dgm:prSet presAssocID="{E02D7AA2-6AD3-453B-B733-F19D792F75D7}" presName="compNode" presStyleCnt="0"/>
      <dgm:spPr/>
    </dgm:pt>
    <dgm:pt modelId="{0DED082F-FDCC-4014-B62D-221B16081C8C}" type="pres">
      <dgm:prSet presAssocID="{E02D7AA2-6AD3-453B-B733-F19D792F75D7}" presName="dummyConnPt" presStyleCnt="0"/>
      <dgm:spPr/>
    </dgm:pt>
    <dgm:pt modelId="{5D9C289D-DD55-49E0-A984-6A39AA254500}" type="pres">
      <dgm:prSet presAssocID="{E02D7AA2-6AD3-453B-B733-F19D792F75D7}" presName="node" presStyleLbl="node1" presStyleIdx="2" presStyleCnt="5">
        <dgm:presLayoutVars>
          <dgm:bulletEnabled val="1"/>
        </dgm:presLayoutVars>
      </dgm:prSet>
      <dgm:spPr/>
    </dgm:pt>
    <dgm:pt modelId="{A776B6C9-3C3D-4E60-8B82-688EB4BE05D3}" type="pres">
      <dgm:prSet presAssocID="{CF9C7CA1-03FD-4EE2-BBD7-551268FB1FB6}" presName="sibTrans" presStyleLbl="bgSibTrans2D1" presStyleIdx="2" presStyleCnt="4"/>
      <dgm:spPr/>
    </dgm:pt>
    <dgm:pt modelId="{CDEDF430-3CDE-494B-8EFF-C7649CC8F35E}" type="pres">
      <dgm:prSet presAssocID="{F3F0A02E-CA89-4F1A-8C79-0457B528BA81}" presName="compNode" presStyleCnt="0"/>
      <dgm:spPr/>
    </dgm:pt>
    <dgm:pt modelId="{54BBF312-53AE-483A-BCFD-37D727894D79}" type="pres">
      <dgm:prSet presAssocID="{F3F0A02E-CA89-4F1A-8C79-0457B528BA81}" presName="dummyConnPt" presStyleCnt="0"/>
      <dgm:spPr/>
    </dgm:pt>
    <dgm:pt modelId="{E15B31AC-5D28-4774-A3EE-2C31B391896A}" type="pres">
      <dgm:prSet presAssocID="{F3F0A02E-CA89-4F1A-8C79-0457B528BA81}" presName="node" presStyleLbl="node1" presStyleIdx="3" presStyleCnt="5">
        <dgm:presLayoutVars>
          <dgm:bulletEnabled val="1"/>
        </dgm:presLayoutVars>
      </dgm:prSet>
      <dgm:spPr/>
    </dgm:pt>
    <dgm:pt modelId="{6890CAC6-95A6-416B-AA59-B1D2366DEA1C}" type="pres">
      <dgm:prSet presAssocID="{6D31E570-5CD7-4B34-8B97-839F06C6AC43}" presName="sibTrans" presStyleLbl="bgSibTrans2D1" presStyleIdx="3" presStyleCnt="4"/>
      <dgm:spPr/>
    </dgm:pt>
    <dgm:pt modelId="{92F7EAE6-B452-42E1-88F9-52D0BF78C8B8}" type="pres">
      <dgm:prSet presAssocID="{1CF494BB-4061-4BE4-8C6D-86B933C6C211}" presName="compNode" presStyleCnt="0"/>
      <dgm:spPr/>
    </dgm:pt>
    <dgm:pt modelId="{0A04B801-B592-4DEF-8E2D-212CF72653E8}" type="pres">
      <dgm:prSet presAssocID="{1CF494BB-4061-4BE4-8C6D-86B933C6C211}" presName="dummyConnPt" presStyleCnt="0"/>
      <dgm:spPr/>
    </dgm:pt>
    <dgm:pt modelId="{70669820-3D48-4B66-8DC2-D1963EF62BEE}" type="pres">
      <dgm:prSet presAssocID="{1CF494BB-4061-4BE4-8C6D-86B933C6C211}" presName="node" presStyleLbl="node1" presStyleIdx="4" presStyleCnt="5">
        <dgm:presLayoutVars>
          <dgm:bulletEnabled val="1"/>
        </dgm:presLayoutVars>
      </dgm:prSet>
      <dgm:spPr/>
    </dgm:pt>
  </dgm:ptLst>
  <dgm:cxnLst>
    <dgm:cxn modelId="{8F28D015-6A3B-4ABE-8150-A5240DD1047D}" type="presOf" srcId="{6D31E570-5CD7-4B34-8B97-839F06C6AC43}" destId="{6890CAC6-95A6-416B-AA59-B1D2366DEA1C}" srcOrd="0" destOrd="0" presId="urn:microsoft.com/office/officeart/2005/8/layout/bProcess4"/>
    <dgm:cxn modelId="{615EE016-D43B-40A8-97D5-11AA68B0B521}" type="presOf" srcId="{44567934-C80C-445A-8F64-20810FF7B912}" destId="{DB085CBF-CE61-4C14-A290-EBB674158AA6}" srcOrd="0" destOrd="0" presId="urn:microsoft.com/office/officeart/2005/8/layout/bProcess4"/>
    <dgm:cxn modelId="{78F9C61C-8479-433C-ABFC-11DD3B77D54B}" type="presOf" srcId="{67F9FE25-0029-4ED0-B9C9-97FAC14088DB}" destId="{F1BC5860-1071-4948-8394-22A3EE671DF1}" srcOrd="0" destOrd="0" presId="urn:microsoft.com/office/officeart/2005/8/layout/bProcess4"/>
    <dgm:cxn modelId="{FEBB2B49-5E25-4DF6-8833-CABF96F7E83C}" type="presOf" srcId="{1AFB444B-5480-4BBB-9A8C-E6E5EE98C527}" destId="{E10A1A9C-E776-4085-951D-6D61B7DE3F51}" srcOrd="0" destOrd="0" presId="urn:microsoft.com/office/officeart/2005/8/layout/bProcess4"/>
    <dgm:cxn modelId="{3FE7694C-9B44-4BFE-9531-EB6408822DF6}" srcId="{A28F45C9-1AE7-4378-801D-A5D264804872}" destId="{1CF494BB-4061-4BE4-8C6D-86B933C6C211}" srcOrd="4" destOrd="0" parTransId="{2F946977-0BFD-4E0E-8731-2106027E10F6}" sibTransId="{BF247FBB-AE4A-49FA-B5B8-77FC16E5C72B}"/>
    <dgm:cxn modelId="{A0941A72-A3BE-462B-980C-526D0BBC22BD}" srcId="{A28F45C9-1AE7-4378-801D-A5D264804872}" destId="{1AFB444B-5480-4BBB-9A8C-E6E5EE98C527}" srcOrd="0" destOrd="0" parTransId="{47B1831E-3E0F-4525-8AEC-D327470C908A}" sibTransId="{67F9FE25-0029-4ED0-B9C9-97FAC14088DB}"/>
    <dgm:cxn modelId="{EE40A67B-C37A-45BC-8133-61F1F4EEB9CF}" srcId="{A28F45C9-1AE7-4378-801D-A5D264804872}" destId="{E02D7AA2-6AD3-453B-B733-F19D792F75D7}" srcOrd="2" destOrd="0" parTransId="{15EA2043-EFC5-43AF-8CB2-C289F2D209E1}" sibTransId="{CF9C7CA1-03FD-4EE2-BBD7-551268FB1FB6}"/>
    <dgm:cxn modelId="{DC53BE86-2B53-44E7-AF7F-8EB18031EBC5}" srcId="{A28F45C9-1AE7-4378-801D-A5D264804872}" destId="{320BF8A5-B53A-436E-89B9-FA89714E9EA8}" srcOrd="1" destOrd="0" parTransId="{012A69A1-AE5A-459B-BC54-D61036C9938A}" sibTransId="{44567934-C80C-445A-8F64-20810FF7B912}"/>
    <dgm:cxn modelId="{ED32E28D-FA2E-4598-9BAB-F93C04C94D6B}" type="presOf" srcId="{A28F45C9-1AE7-4378-801D-A5D264804872}" destId="{4CF3A84F-CA4B-4A12-AE5A-C1A0953B2710}" srcOrd="0" destOrd="0" presId="urn:microsoft.com/office/officeart/2005/8/layout/bProcess4"/>
    <dgm:cxn modelId="{C523C59F-C390-4B70-B7EC-B6210AECC165}" type="presOf" srcId="{E02D7AA2-6AD3-453B-B733-F19D792F75D7}" destId="{5D9C289D-DD55-49E0-A984-6A39AA254500}" srcOrd="0" destOrd="0" presId="urn:microsoft.com/office/officeart/2005/8/layout/bProcess4"/>
    <dgm:cxn modelId="{B5F0FA9F-2C5C-4D28-A9ED-8C47ED3FB8AE}" srcId="{A28F45C9-1AE7-4378-801D-A5D264804872}" destId="{F3F0A02E-CA89-4F1A-8C79-0457B528BA81}" srcOrd="3" destOrd="0" parTransId="{7D3AFFFB-1436-4DBE-80BE-EF46DFE0736C}" sibTransId="{6D31E570-5CD7-4B34-8B97-839F06C6AC43}"/>
    <dgm:cxn modelId="{AF4107C4-D63A-49D9-BB42-44A754BF2527}" type="presOf" srcId="{CF9C7CA1-03FD-4EE2-BBD7-551268FB1FB6}" destId="{A776B6C9-3C3D-4E60-8B82-688EB4BE05D3}" srcOrd="0" destOrd="0" presId="urn:microsoft.com/office/officeart/2005/8/layout/bProcess4"/>
    <dgm:cxn modelId="{7B1604C7-2795-4BE9-B43B-D4450D96D0D3}" type="presOf" srcId="{320BF8A5-B53A-436E-89B9-FA89714E9EA8}" destId="{378956D3-F4CD-423C-8B27-E6F2DD8910EA}" srcOrd="0" destOrd="0" presId="urn:microsoft.com/office/officeart/2005/8/layout/bProcess4"/>
    <dgm:cxn modelId="{C12EBACF-D133-403C-99C8-F9F44DFCAFB4}" type="presOf" srcId="{F3F0A02E-CA89-4F1A-8C79-0457B528BA81}" destId="{E15B31AC-5D28-4774-A3EE-2C31B391896A}" srcOrd="0" destOrd="0" presId="urn:microsoft.com/office/officeart/2005/8/layout/bProcess4"/>
    <dgm:cxn modelId="{E96BF0F4-EB87-4654-BB0D-39E42EC1D044}" type="presOf" srcId="{1CF494BB-4061-4BE4-8C6D-86B933C6C211}" destId="{70669820-3D48-4B66-8DC2-D1963EF62BEE}" srcOrd="0" destOrd="0" presId="urn:microsoft.com/office/officeart/2005/8/layout/bProcess4"/>
    <dgm:cxn modelId="{6FD3822A-B432-4394-8478-F9A4FC121F4A}" type="presParOf" srcId="{4CF3A84F-CA4B-4A12-AE5A-C1A0953B2710}" destId="{C30D4193-C26F-4471-928E-12CBDE0571F0}" srcOrd="0" destOrd="0" presId="urn:microsoft.com/office/officeart/2005/8/layout/bProcess4"/>
    <dgm:cxn modelId="{E82C2881-F266-404D-804F-F4C0D4723125}" type="presParOf" srcId="{C30D4193-C26F-4471-928E-12CBDE0571F0}" destId="{572FCB8C-16B1-4163-B911-AA3551B51555}" srcOrd="0" destOrd="0" presId="urn:microsoft.com/office/officeart/2005/8/layout/bProcess4"/>
    <dgm:cxn modelId="{D9C77F47-565B-45F8-9D04-9673BC0E72A6}" type="presParOf" srcId="{C30D4193-C26F-4471-928E-12CBDE0571F0}" destId="{E10A1A9C-E776-4085-951D-6D61B7DE3F51}" srcOrd="1" destOrd="0" presId="urn:microsoft.com/office/officeart/2005/8/layout/bProcess4"/>
    <dgm:cxn modelId="{8C65FEC1-F45B-45F3-B2F7-35A100B257A6}" type="presParOf" srcId="{4CF3A84F-CA4B-4A12-AE5A-C1A0953B2710}" destId="{F1BC5860-1071-4948-8394-22A3EE671DF1}" srcOrd="1" destOrd="0" presId="urn:microsoft.com/office/officeart/2005/8/layout/bProcess4"/>
    <dgm:cxn modelId="{06EAEA29-6A05-4F4D-9856-C1E5E93FC63E}" type="presParOf" srcId="{4CF3A84F-CA4B-4A12-AE5A-C1A0953B2710}" destId="{8DABA7B5-C438-40AB-B93A-887EC7936DE3}" srcOrd="2" destOrd="0" presId="urn:microsoft.com/office/officeart/2005/8/layout/bProcess4"/>
    <dgm:cxn modelId="{45B6FEC5-03AE-45B7-9E8A-503FEFB385D8}" type="presParOf" srcId="{8DABA7B5-C438-40AB-B93A-887EC7936DE3}" destId="{1BC76C52-EAFC-4F86-ACE8-775F9967B8E5}" srcOrd="0" destOrd="0" presId="urn:microsoft.com/office/officeart/2005/8/layout/bProcess4"/>
    <dgm:cxn modelId="{10AD22CF-E428-4B09-97C5-FF948E6C735B}" type="presParOf" srcId="{8DABA7B5-C438-40AB-B93A-887EC7936DE3}" destId="{378956D3-F4CD-423C-8B27-E6F2DD8910EA}" srcOrd="1" destOrd="0" presId="urn:microsoft.com/office/officeart/2005/8/layout/bProcess4"/>
    <dgm:cxn modelId="{D2445B32-C64D-4BB6-93B1-45DB86464942}" type="presParOf" srcId="{4CF3A84F-CA4B-4A12-AE5A-C1A0953B2710}" destId="{DB085CBF-CE61-4C14-A290-EBB674158AA6}" srcOrd="3" destOrd="0" presId="urn:microsoft.com/office/officeart/2005/8/layout/bProcess4"/>
    <dgm:cxn modelId="{0F45368C-7299-4614-968F-A5201026B3F8}" type="presParOf" srcId="{4CF3A84F-CA4B-4A12-AE5A-C1A0953B2710}" destId="{BC01126C-4584-4C74-8AB1-CDE569BFB964}" srcOrd="4" destOrd="0" presId="urn:microsoft.com/office/officeart/2005/8/layout/bProcess4"/>
    <dgm:cxn modelId="{C832B925-D5F5-4B37-858E-6A8DFF292518}" type="presParOf" srcId="{BC01126C-4584-4C74-8AB1-CDE569BFB964}" destId="{0DED082F-FDCC-4014-B62D-221B16081C8C}" srcOrd="0" destOrd="0" presId="urn:microsoft.com/office/officeart/2005/8/layout/bProcess4"/>
    <dgm:cxn modelId="{E8AC0515-36FA-48FA-A9B4-405EA1F27C41}" type="presParOf" srcId="{BC01126C-4584-4C74-8AB1-CDE569BFB964}" destId="{5D9C289D-DD55-49E0-A984-6A39AA254500}" srcOrd="1" destOrd="0" presId="urn:microsoft.com/office/officeart/2005/8/layout/bProcess4"/>
    <dgm:cxn modelId="{514963E0-87C9-43DD-9979-A0E8156D8B3C}" type="presParOf" srcId="{4CF3A84F-CA4B-4A12-AE5A-C1A0953B2710}" destId="{A776B6C9-3C3D-4E60-8B82-688EB4BE05D3}" srcOrd="5" destOrd="0" presId="urn:microsoft.com/office/officeart/2005/8/layout/bProcess4"/>
    <dgm:cxn modelId="{614CE82C-6636-4422-A7C7-9B4251F097E5}" type="presParOf" srcId="{4CF3A84F-CA4B-4A12-AE5A-C1A0953B2710}" destId="{CDEDF430-3CDE-494B-8EFF-C7649CC8F35E}" srcOrd="6" destOrd="0" presId="urn:microsoft.com/office/officeart/2005/8/layout/bProcess4"/>
    <dgm:cxn modelId="{D8D9EC3C-7521-4977-9F28-C86407B01AF1}" type="presParOf" srcId="{CDEDF430-3CDE-494B-8EFF-C7649CC8F35E}" destId="{54BBF312-53AE-483A-BCFD-37D727894D79}" srcOrd="0" destOrd="0" presId="urn:microsoft.com/office/officeart/2005/8/layout/bProcess4"/>
    <dgm:cxn modelId="{94447091-EA7A-4575-B6BA-C98DE1F359E6}" type="presParOf" srcId="{CDEDF430-3CDE-494B-8EFF-C7649CC8F35E}" destId="{E15B31AC-5D28-4774-A3EE-2C31B391896A}" srcOrd="1" destOrd="0" presId="urn:microsoft.com/office/officeart/2005/8/layout/bProcess4"/>
    <dgm:cxn modelId="{9F6223DA-541D-4DDE-8BC3-82DDFED741E8}" type="presParOf" srcId="{4CF3A84F-CA4B-4A12-AE5A-C1A0953B2710}" destId="{6890CAC6-95A6-416B-AA59-B1D2366DEA1C}" srcOrd="7" destOrd="0" presId="urn:microsoft.com/office/officeart/2005/8/layout/bProcess4"/>
    <dgm:cxn modelId="{0B4E3B03-D914-485C-8699-F6E5F581A440}" type="presParOf" srcId="{4CF3A84F-CA4B-4A12-AE5A-C1A0953B2710}" destId="{92F7EAE6-B452-42E1-88F9-52D0BF78C8B8}" srcOrd="8" destOrd="0" presId="urn:microsoft.com/office/officeart/2005/8/layout/bProcess4"/>
    <dgm:cxn modelId="{2BD10256-6509-4B40-8642-AB270D1FE8BE}" type="presParOf" srcId="{92F7EAE6-B452-42E1-88F9-52D0BF78C8B8}" destId="{0A04B801-B592-4DEF-8E2D-212CF72653E8}" srcOrd="0" destOrd="0" presId="urn:microsoft.com/office/officeart/2005/8/layout/bProcess4"/>
    <dgm:cxn modelId="{3257D04D-8CD4-4616-A833-3C0152BC00D6}" type="presParOf" srcId="{92F7EAE6-B452-42E1-88F9-52D0BF78C8B8}" destId="{70669820-3D48-4B66-8DC2-D1963EF62BEE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C5860-1071-4948-8394-22A3EE671DF1}">
      <dsp:nvSpPr>
        <dsp:cNvPr id="0" name=""/>
        <dsp:cNvSpPr/>
      </dsp:nvSpPr>
      <dsp:spPr>
        <a:xfrm rot="5400000">
          <a:off x="-33616" y="834414"/>
          <a:ext cx="1292255" cy="1567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A1A9C-E776-4085-951D-6D61B7DE3F51}">
      <dsp:nvSpPr>
        <dsp:cNvPr id="0" name=""/>
        <dsp:cNvSpPr/>
      </dsp:nvSpPr>
      <dsp:spPr>
        <a:xfrm>
          <a:off x="257398" y="446"/>
          <a:ext cx="1741289" cy="10447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 Display" panose="020F0302020204030204"/>
            </a:rPr>
            <a:t>22 PCs por setor</a:t>
          </a:r>
          <a:endParaRPr lang="pt-BR" sz="2000" kern="1200" dirty="0"/>
        </a:p>
      </dsp:txBody>
      <dsp:txXfrm>
        <a:off x="287998" y="31046"/>
        <a:ext cx="1680089" cy="983573"/>
      </dsp:txXfrm>
    </dsp:sp>
    <dsp:sp modelId="{DB085CBF-CE61-4C14-A290-EBB674158AA6}">
      <dsp:nvSpPr>
        <dsp:cNvPr id="0" name=""/>
        <dsp:cNvSpPr/>
      </dsp:nvSpPr>
      <dsp:spPr>
        <a:xfrm rot="5400000">
          <a:off x="-33616" y="2140381"/>
          <a:ext cx="1292255" cy="1567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956D3-F4CD-423C-8B27-E6F2DD8910EA}">
      <dsp:nvSpPr>
        <dsp:cNvPr id="0" name=""/>
        <dsp:cNvSpPr/>
      </dsp:nvSpPr>
      <dsp:spPr>
        <a:xfrm>
          <a:off x="257398" y="1306413"/>
          <a:ext cx="1741289" cy="10447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 Display" panose="020F0302020204030204"/>
            </a:rPr>
            <a:t>6 Laptops para diretores </a:t>
          </a:r>
        </a:p>
      </dsp:txBody>
      <dsp:txXfrm>
        <a:off x="287998" y="1337013"/>
        <a:ext cx="1680089" cy="983573"/>
      </dsp:txXfrm>
    </dsp:sp>
    <dsp:sp modelId="{A776B6C9-3C3D-4E60-8B82-688EB4BE05D3}">
      <dsp:nvSpPr>
        <dsp:cNvPr id="0" name=""/>
        <dsp:cNvSpPr/>
      </dsp:nvSpPr>
      <dsp:spPr>
        <a:xfrm>
          <a:off x="619366" y="2793364"/>
          <a:ext cx="2302203" cy="15671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C289D-DD55-49E0-A984-6A39AA254500}">
      <dsp:nvSpPr>
        <dsp:cNvPr id="0" name=""/>
        <dsp:cNvSpPr/>
      </dsp:nvSpPr>
      <dsp:spPr>
        <a:xfrm>
          <a:off x="257398" y="2612380"/>
          <a:ext cx="1741289" cy="10447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 Display" panose="020F0302020204030204"/>
            </a:rPr>
            <a:t>2 servidores (DHCP &amp; Web</a:t>
          </a:r>
          <a:endParaRPr lang="pt-BR" sz="2000" kern="1200" dirty="0"/>
        </a:p>
      </dsp:txBody>
      <dsp:txXfrm>
        <a:off x="287998" y="2642980"/>
        <a:ext cx="1680089" cy="983573"/>
      </dsp:txXfrm>
    </dsp:sp>
    <dsp:sp modelId="{6890CAC6-95A6-416B-AA59-B1D2366DEA1C}">
      <dsp:nvSpPr>
        <dsp:cNvPr id="0" name=""/>
        <dsp:cNvSpPr/>
      </dsp:nvSpPr>
      <dsp:spPr>
        <a:xfrm rot="16200000">
          <a:off x="2282298" y="2140381"/>
          <a:ext cx="1292255" cy="15671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B31AC-5D28-4774-A3EE-2C31B391896A}">
      <dsp:nvSpPr>
        <dsp:cNvPr id="0" name=""/>
        <dsp:cNvSpPr/>
      </dsp:nvSpPr>
      <dsp:spPr>
        <a:xfrm>
          <a:off x="2573312" y="2612380"/>
          <a:ext cx="1741289" cy="104477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 Display" panose="020F0302020204030204"/>
            </a:rPr>
            <a:t>2 Switches (24 + 8 portas)</a:t>
          </a:r>
          <a:endParaRPr lang="pt-BR" sz="2000" kern="1200" dirty="0"/>
        </a:p>
      </dsp:txBody>
      <dsp:txXfrm>
        <a:off x="2603912" y="2642980"/>
        <a:ext cx="1680089" cy="983573"/>
      </dsp:txXfrm>
    </dsp:sp>
    <dsp:sp modelId="{70669820-3D48-4B66-8DC2-D1963EF62BEE}">
      <dsp:nvSpPr>
        <dsp:cNvPr id="0" name=""/>
        <dsp:cNvSpPr/>
      </dsp:nvSpPr>
      <dsp:spPr>
        <a:xfrm>
          <a:off x="2573312" y="1306413"/>
          <a:ext cx="1741289" cy="104477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Aptos Display" panose="020F0302020204030204"/>
            </a:rPr>
            <a:t>1 Roteador </a:t>
          </a:r>
          <a:r>
            <a:rPr lang="pt-BR" sz="2000" kern="1200" dirty="0" err="1">
              <a:latin typeface="Aptos Display" panose="020F0302020204030204"/>
            </a:rPr>
            <a:t>Wireles</a:t>
          </a:r>
          <a:endParaRPr lang="pt-BR" sz="2000" kern="1200" dirty="0" err="1"/>
        </a:p>
      </dsp:txBody>
      <dsp:txXfrm>
        <a:off x="2603912" y="1337013"/>
        <a:ext cx="1680089" cy="983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04.07.2025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Operador de Sistemas Computacionais em Rede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iegotech.com.b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 com um nome Diego tech">
            <a:extLst>
              <a:ext uri="{FF2B5EF4-FFF2-40B4-BE49-F238E27FC236}">
                <a16:creationId xmlns:a16="http://schemas.microsoft.com/office/drawing/2014/main" id="{D523D040-3E51-4CEF-5CDC-BEA2DBCB8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34" r="-1" b="17074"/>
          <a:stretch>
            <a:fillRect/>
          </a:stretch>
        </p:blipFill>
        <p:spPr>
          <a:xfrm>
            <a:off x="-1" y="-152210"/>
            <a:ext cx="8128855" cy="529119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99715" y="5635366"/>
            <a:ext cx="7091299" cy="898581"/>
          </a:xfrm>
        </p:spPr>
        <p:txBody>
          <a:bodyPr anchor="ctr">
            <a:normAutofit fontScale="90000"/>
          </a:bodyPr>
          <a:lstStyle/>
          <a:p>
            <a:pPr algn="l"/>
            <a:r>
              <a:rPr lang="de-DE" sz="4000" err="1">
                <a:solidFill>
                  <a:srgbClr val="FFFFFF"/>
                </a:solidFill>
                <a:ea typeface="+mj-lt"/>
                <a:cs typeface="+mj-lt"/>
              </a:rPr>
              <a:t>Proposta</a:t>
            </a:r>
            <a:r>
              <a:rPr lang="de-DE" sz="4000" dirty="0">
                <a:solidFill>
                  <a:srgbClr val="FFFFFF"/>
                </a:solidFill>
                <a:ea typeface="+mj-lt"/>
                <a:cs typeface="+mj-lt"/>
              </a:rPr>
              <a:t> de Implantação de Rede</a:t>
            </a:r>
            <a:endParaRPr lang="pt-B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266707" y="5517031"/>
            <a:ext cx="3596639" cy="1015509"/>
          </a:xfrm>
        </p:spPr>
        <p:txBody>
          <a:bodyPr anchor="ctr">
            <a:normAutofit/>
          </a:bodyPr>
          <a:lstStyle/>
          <a:p>
            <a:pPr algn="l"/>
            <a:r>
              <a:rPr lang="de-DE" sz="2000" dirty="0" err="1">
                <a:solidFill>
                  <a:srgbClr val="FFFFFF"/>
                </a:solidFill>
                <a:ea typeface="+mn-lt"/>
                <a:cs typeface="+mn-lt"/>
              </a:rPr>
              <a:t>Soluções</a:t>
            </a:r>
            <a:r>
              <a:rPr lang="de-DE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de-DE" sz="2000" dirty="0" err="1">
                <a:solidFill>
                  <a:srgbClr val="FFFFFF"/>
                </a:solidFill>
                <a:ea typeface="+mn-lt"/>
                <a:cs typeface="+mn-lt"/>
              </a:rPr>
              <a:t>em</a:t>
            </a:r>
            <a:r>
              <a:rPr lang="de-DE" sz="2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de-DE" sz="2000" dirty="0" err="1">
                <a:solidFill>
                  <a:srgbClr val="FFFFFF"/>
                </a:solidFill>
                <a:ea typeface="+mn-lt"/>
                <a:cs typeface="+mn-lt"/>
              </a:rPr>
              <a:t>Infraestrutura</a:t>
            </a:r>
            <a:r>
              <a:rPr lang="de-DE" sz="2000" dirty="0">
                <a:solidFill>
                  <a:srgbClr val="FFFFFF"/>
                </a:solidFill>
                <a:ea typeface="+mn-lt"/>
                <a:cs typeface="+mn-lt"/>
              </a:rPr>
              <a:t> de Rede e </a:t>
            </a:r>
            <a:r>
              <a:rPr lang="de-DE" sz="2000" dirty="0" err="1">
                <a:solidFill>
                  <a:srgbClr val="FFFFFF"/>
                </a:solidFill>
                <a:ea typeface="+mn-lt"/>
                <a:cs typeface="+mn-lt"/>
              </a:rPr>
              <a:t>Tecnologia</a:t>
            </a:r>
            <a:endParaRPr lang="pt-BR" dirty="0" err="1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1EF067-FCE1-DEF7-0415-D3425F023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📡 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Topologia da Rede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23CBE9-51F4-8721-CD1C-975F50F5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Operador de Sistemas Computacionais em Rede</a:t>
            </a:r>
          </a:p>
        </p:txBody>
      </p:sp>
      <p:pic>
        <p:nvPicPr>
          <p:cNvPr id="5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270A546A-22F8-A1A7-B4F2-6C6CA1BC5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67" r="74"/>
          <a:stretch>
            <a:fillRect/>
          </a:stretch>
        </p:blipFill>
        <p:spPr>
          <a:xfrm>
            <a:off x="862230" y="1966293"/>
            <a:ext cx="1046753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9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672CC-E0D1-E147-A9AE-AFD9A449EA1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/>
          <a:lstStyle/>
          <a:p>
            <a:pPr algn="ctr"/>
            <a:r>
              <a:rPr lang="pt-BR" b="1" dirty="0"/>
              <a:t>BULLET POINTS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ACE0C4-A6B8-3F6D-B8B8-5893119D283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2">
              <a:lumMod val="75000"/>
              <a:lumOff val="25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endParaRPr lang="pt-BR" b="1" dirty="0"/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2ABAF40-881D-8DAC-6A49-FE449E8C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graphicFrame>
        <p:nvGraphicFramePr>
          <p:cNvPr id="219" name="Diagrama 218">
            <a:extLst>
              <a:ext uri="{FF2B5EF4-FFF2-40B4-BE49-F238E27FC236}">
                <a16:creationId xmlns:a16="http://schemas.microsoft.com/office/drawing/2014/main" id="{9E81930A-7063-2BE1-5361-778954CE0F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241956"/>
              </p:ext>
            </p:extLst>
          </p:nvPr>
        </p:nvGraphicFramePr>
        <p:xfrm>
          <a:off x="3576484" y="2054942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886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ângulo Retângulo 4">
            <a:extLst>
              <a:ext uri="{FF2B5EF4-FFF2-40B4-BE49-F238E27FC236}">
                <a16:creationId xmlns:a16="http://schemas.microsoft.com/office/drawing/2014/main" id="{DB1CB21C-DCF1-3E4B-6BEF-688595947535}"/>
              </a:ext>
            </a:extLst>
          </p:cNvPr>
          <p:cNvSpPr/>
          <p:nvPr/>
        </p:nvSpPr>
        <p:spPr>
          <a:xfrm>
            <a:off x="-2956" y="3806266"/>
            <a:ext cx="5493774" cy="3170903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735312-BCDB-EA93-AB49-EB4984D3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4854"/>
          </a:xfrm>
        </p:spPr>
        <p:txBody>
          <a:bodyPr>
            <a:normAutofit fontScale="90000"/>
          </a:bodyPr>
          <a:lstStyle/>
          <a:p>
            <a:pPr algn="ctr"/>
            <a:endParaRPr lang="pt-BR" sz="4000" b="1" dirty="0"/>
          </a:p>
          <a:p>
            <a:pPr algn="ctr"/>
            <a:r>
              <a:rPr lang="en-US" b="1" err="1">
                <a:latin typeface="+mn-lt"/>
                <a:ea typeface="+mj-lt"/>
                <a:cs typeface="+mj-lt"/>
              </a:rPr>
              <a:t>Justificativas</a:t>
            </a:r>
            <a:r>
              <a:rPr lang="en-US" b="1" dirty="0">
                <a:latin typeface="+mn-lt"/>
                <a:ea typeface="+mj-lt"/>
                <a:cs typeface="+mj-lt"/>
              </a:rPr>
              <a:t> </a:t>
            </a:r>
            <a:r>
              <a:rPr lang="en-US" b="1" err="1">
                <a:latin typeface="+mn-lt"/>
                <a:ea typeface="+mj-lt"/>
                <a:cs typeface="+mj-lt"/>
              </a:rPr>
              <a:t>Técnicas</a:t>
            </a:r>
            <a:endParaRPr lang="en-US" err="1">
              <a:latin typeface="+mn-lt"/>
            </a:endParaRPr>
          </a:p>
          <a:p>
            <a:pPr algn="ctr"/>
            <a:br>
              <a:rPr lang="en-US" dirty="0"/>
            </a:br>
            <a:br>
              <a:rPr lang="en-US" dirty="0"/>
            </a:b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45B10-3E76-C759-B79F-74E41A8E1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276" y="1179372"/>
            <a:ext cx="10390208" cy="49300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1" dirty="0">
                <a:ea typeface="+mn-lt"/>
                <a:cs typeface="+mn-lt"/>
              </a:rPr>
              <a:t>Servidores exclusivos</a:t>
            </a:r>
            <a:r>
              <a:rPr lang="pt-BR" dirty="0">
                <a:ea typeface="+mn-lt"/>
                <a:cs typeface="+mn-lt"/>
              </a:rPr>
              <a:t>: um para DHCP e outro para Web/DNS, garantindo estabilidade e melhor desempenho nos serviços</a:t>
            </a:r>
            <a:endParaRPr lang="pt-BR" dirty="0"/>
          </a:p>
          <a:p>
            <a:r>
              <a:rPr lang="pt-BR" b="1" dirty="0">
                <a:ea typeface="+mn-lt"/>
                <a:cs typeface="+mn-lt"/>
              </a:rPr>
              <a:t>Infraestrutura híbrida</a:t>
            </a:r>
            <a:r>
              <a:rPr lang="pt-BR" dirty="0">
                <a:ea typeface="+mn-lt"/>
                <a:cs typeface="+mn-lt"/>
              </a:rPr>
              <a:t>: rede com cabeamento estruturado e Wi‑Fi, unindo mobilidade com conexão estável</a:t>
            </a:r>
            <a:endParaRPr lang="pt-BR" dirty="0"/>
          </a:p>
          <a:p>
            <a:r>
              <a:rPr lang="pt-BR" b="1" dirty="0">
                <a:ea typeface="+mn-lt"/>
                <a:cs typeface="+mn-lt"/>
              </a:rPr>
              <a:t>Divisão por setores</a:t>
            </a:r>
            <a:r>
              <a:rPr lang="pt-BR" dirty="0">
                <a:ea typeface="+mn-lt"/>
                <a:cs typeface="+mn-lt"/>
              </a:rPr>
              <a:t>: organização lógica da rede, otimizando o tráfego de dados e aumentando a segurança</a:t>
            </a:r>
            <a:endParaRPr lang="pt-BR" dirty="0"/>
          </a:p>
          <a:p>
            <a:r>
              <a:rPr lang="pt-BR" b="1" dirty="0">
                <a:ea typeface="+mn-lt"/>
                <a:cs typeface="+mn-lt"/>
              </a:rPr>
              <a:t>Uso de DHCP</a:t>
            </a:r>
            <a:r>
              <a:rPr lang="pt-BR" dirty="0">
                <a:ea typeface="+mn-lt"/>
                <a:cs typeface="+mn-lt"/>
              </a:rPr>
              <a:t>: automatiza a distribuição de </a:t>
            </a:r>
            <a:r>
              <a:rPr lang="pt-BR" dirty="0" err="1">
                <a:ea typeface="+mn-lt"/>
                <a:cs typeface="+mn-lt"/>
              </a:rPr>
              <a:t>IPs</a:t>
            </a:r>
            <a:r>
              <a:rPr lang="pt-BR" dirty="0">
                <a:ea typeface="+mn-lt"/>
                <a:cs typeface="+mn-lt"/>
              </a:rPr>
              <a:t>, simplificando a gestão e reduzindo erros manuais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22E2026-A965-6CC0-1DFA-4A283B9F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pic>
        <p:nvPicPr>
          <p:cNvPr id="7" name="Imagem 6" descr="logo com um nome Diego tech">
            <a:extLst>
              <a:ext uri="{FF2B5EF4-FFF2-40B4-BE49-F238E27FC236}">
                <a16:creationId xmlns:a16="http://schemas.microsoft.com/office/drawing/2014/main" id="{70603061-DE84-5C4C-24E8-6F7C45453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34" r="-1" b="17074"/>
          <a:stretch>
            <a:fillRect/>
          </a:stretch>
        </p:blipFill>
        <p:spPr>
          <a:xfrm>
            <a:off x="-192912" y="4583764"/>
            <a:ext cx="3093869" cy="296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7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FEF6F-E3A6-A444-703A-B25699501E4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pt-BR" sz="4000" b="1" dirty="0">
                <a:ea typeface="+mj-lt"/>
                <a:cs typeface="+mj-lt"/>
              </a:rPr>
              <a:t>Cronograma de Implantação</a:t>
            </a:r>
            <a:endParaRPr lang="pt-BR" dirty="0"/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9CC7D604-227A-4105-CFED-74419DE25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9621242"/>
              </p:ext>
            </p:extLst>
          </p:nvPr>
        </p:nvGraphicFramePr>
        <p:xfrm>
          <a:off x="838200" y="1825625"/>
          <a:ext cx="10515596" cy="4179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90764244"/>
                    </a:ext>
                  </a:extLst>
                </a:gridCol>
                <a:gridCol w="3281516">
                  <a:extLst>
                    <a:ext uri="{9D8B030D-6E8A-4147-A177-3AD203B41FA5}">
                      <a16:colId xmlns:a16="http://schemas.microsoft.com/office/drawing/2014/main" val="4016183526"/>
                    </a:ext>
                  </a:extLst>
                </a:gridCol>
                <a:gridCol w="1437967">
                  <a:extLst>
                    <a:ext uri="{9D8B030D-6E8A-4147-A177-3AD203B41FA5}">
                      <a16:colId xmlns:a16="http://schemas.microsoft.com/office/drawing/2014/main" val="1985755146"/>
                    </a:ext>
                  </a:extLst>
                </a:gridCol>
                <a:gridCol w="3167213">
                  <a:extLst>
                    <a:ext uri="{9D8B030D-6E8A-4147-A177-3AD203B41FA5}">
                      <a16:colId xmlns:a16="http://schemas.microsoft.com/office/drawing/2014/main" val="689841184"/>
                    </a:ext>
                  </a:extLst>
                </a:gridCol>
              </a:tblGrid>
              <a:tr h="696621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Etapa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Duração Estimada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err="1"/>
                        <a:t>Responsavel</a:t>
                      </a:r>
                      <a:endParaRPr lang="pt-BR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210216"/>
                  </a:ext>
                </a:extLst>
              </a:tr>
              <a:tr h="696621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Levantamento de </a:t>
                      </a:r>
                      <a:r>
                        <a:rPr lang="pt-BR"/>
                        <a:t>Requisitos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 dia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Analista de Redes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062448"/>
                  </a:ext>
                </a:extLst>
              </a:tr>
              <a:tr h="696621"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Compras de Equipamentos e Materiais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 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Setor de Compras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331989"/>
                  </a:ext>
                </a:extLst>
              </a:tr>
              <a:tr h="696621"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Instalação Física e Cabeamento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 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Técnicos de Rede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40426"/>
                  </a:ext>
                </a:extLst>
              </a:tr>
              <a:tr h="696621"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Configuração de </a:t>
                      </a:r>
                      <a:r>
                        <a:rPr lang="pt-BR"/>
                        <a:t>equipamentos e teste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 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Equipe de T.I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436156"/>
                  </a:ext>
                </a:extLst>
              </a:tr>
              <a:tr h="696621">
                <a:tc>
                  <a:txBody>
                    <a:bodyPr/>
                    <a:lstStyle/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Treinamento e entrega do projeto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 dia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Instrutor / suporte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661266"/>
                  </a:ext>
                </a:extLst>
              </a:tr>
            </a:tbl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DE8B16-3733-EB35-E3CE-7836E01B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</p:spTree>
    <p:extLst>
      <p:ext uri="{BB962C8B-B14F-4D97-AF65-F5344CB8AC3E}">
        <p14:creationId xmlns:p14="http://schemas.microsoft.com/office/powerpoint/2010/main" val="3970641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97F86-1508-1887-CA62-B3AEAF2F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+mj-lt"/>
                <a:cs typeface="+mj-lt"/>
              </a:rPr>
              <a:t>🙏 </a:t>
            </a:r>
            <a:r>
              <a:rPr lang="pt-BR" b="1" dirty="0">
                <a:ea typeface="+mj-lt"/>
                <a:cs typeface="+mj-lt"/>
              </a:rPr>
              <a:t>Agradecimentos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2F8DEF-ECAD-0A39-9769-23EA6CD7E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46" y="1493787"/>
            <a:ext cx="6631858" cy="4683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pt-BR" sz="3600" b="1" dirty="0">
                <a:highlight>
                  <a:srgbClr val="00FF00"/>
                </a:highlight>
                <a:ea typeface="+mn-lt"/>
                <a:cs typeface="+mn-lt"/>
              </a:rPr>
              <a:t>A </a:t>
            </a:r>
            <a:r>
              <a:rPr lang="pt-BR" sz="3600" b="1" err="1">
                <a:highlight>
                  <a:srgbClr val="00FF00"/>
                </a:highlight>
                <a:ea typeface="+mn-lt"/>
                <a:cs typeface="+mn-lt"/>
              </a:rPr>
              <a:t>DiegoTech</a:t>
            </a:r>
            <a:r>
              <a:rPr lang="pt-BR" sz="3600" b="1" dirty="0">
                <a:highlight>
                  <a:srgbClr val="00FF00"/>
                </a:highlight>
                <a:ea typeface="+mn-lt"/>
                <a:cs typeface="+mn-lt"/>
              </a:rPr>
              <a:t> agradece pela atenção e confiança em nosso trabalho. </a:t>
            </a:r>
            <a:endParaRPr lang="pt-BR"/>
          </a:p>
          <a:p>
            <a:r>
              <a:rPr lang="pt-BR" sz="3600" b="1" dirty="0">
                <a:highlight>
                  <a:srgbClr val="00FF00"/>
                </a:highlight>
                <a:ea typeface="+mn-lt"/>
                <a:cs typeface="+mn-lt"/>
              </a:rPr>
              <a:t> Nosso compromisso é entregar soluções em tecnologia com qualidade, eficiência e inovação.</a:t>
            </a:r>
            <a:endParaRPr lang="pt-BR" sz="3600" b="1">
              <a:highlight>
                <a:srgbClr val="00FF00"/>
              </a:highlight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0ACB0A-242E-B3FD-C52E-37A7C735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Operador de Sistemas Computacionais em Rede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97BABD-E14A-68A2-9731-F1C19BFE5AE2}"/>
              </a:ext>
            </a:extLst>
          </p:cNvPr>
          <p:cNvSpPr txBox="1"/>
          <p:nvPr/>
        </p:nvSpPr>
        <p:spPr>
          <a:xfrm>
            <a:off x="6555658" y="4699819"/>
            <a:ext cx="563142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📞 </a:t>
            </a:r>
            <a:r>
              <a:rPr lang="en-US" b="1" dirty="0" err="1"/>
              <a:t>Contato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📧 </a:t>
            </a:r>
            <a:r>
              <a:rPr lang="en-US" b="1" dirty="0"/>
              <a:t>E-mail:</a:t>
            </a:r>
            <a:r>
              <a:rPr lang="en-US" dirty="0"/>
              <a:t> www.diegotech.com.br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🌐 </a:t>
            </a:r>
            <a:r>
              <a:rPr lang="en-US" b="1" dirty="0"/>
              <a:t>Site: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www.diegotech.com.br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📱 </a:t>
            </a:r>
            <a:r>
              <a:rPr lang="en-US" b="1" dirty="0"/>
              <a:t>Telefone/WhatsApp:</a:t>
            </a:r>
            <a:r>
              <a:rPr lang="en-US" dirty="0"/>
              <a:t> (21) 99819-1365</a:t>
            </a:r>
          </a:p>
          <a:p>
            <a:pPr marL="228600" indent="-228600">
              <a:buFont typeface=""/>
              <a:buChar char="•"/>
            </a:pPr>
            <a:r>
              <a:rPr lang="en-US" dirty="0"/>
              <a:t>📍 </a:t>
            </a:r>
            <a:r>
              <a:rPr lang="en-US" b="1" dirty="0" err="1"/>
              <a:t>Endereço</a:t>
            </a:r>
            <a:r>
              <a:rPr lang="en-US" b="1" dirty="0"/>
              <a:t>:</a:t>
            </a:r>
            <a:r>
              <a:rPr lang="en-US" dirty="0"/>
              <a:t> Rio de Janeiro RJ</a:t>
            </a:r>
          </a:p>
          <a:p>
            <a:r>
              <a:rPr lang="en-US" b="1" dirty="0" err="1"/>
              <a:t>DiegoTech</a:t>
            </a:r>
            <a:r>
              <a:rPr lang="en-US" b="1" dirty="0"/>
              <a:t> – </a:t>
            </a:r>
            <a:r>
              <a:rPr lang="en-US" b="1" dirty="0" err="1"/>
              <a:t>Conectando</a:t>
            </a:r>
            <a:r>
              <a:rPr lang="en-US" b="1" dirty="0"/>
              <a:t> </a:t>
            </a:r>
            <a:r>
              <a:rPr lang="en-US" b="1" dirty="0" err="1"/>
              <a:t>sua</a:t>
            </a:r>
            <a:r>
              <a:rPr lang="en-US" b="1" dirty="0"/>
              <a:t> </a:t>
            </a:r>
            <a:r>
              <a:rPr lang="en-US" b="1" dirty="0" err="1"/>
              <a:t>empresa</a:t>
            </a:r>
            <a:r>
              <a:rPr lang="en-US" b="1" dirty="0"/>
              <a:t> </a:t>
            </a:r>
            <a:r>
              <a:rPr lang="en-US" b="1" dirty="0" err="1"/>
              <a:t>ao</a:t>
            </a:r>
            <a:r>
              <a:rPr lang="en-US" b="1" dirty="0"/>
              <a:t> </a:t>
            </a:r>
            <a:r>
              <a:rPr lang="en-US" b="1" dirty="0" err="1"/>
              <a:t>futuro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43098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Tema do Office</vt:lpstr>
      <vt:lpstr>Proposta de Implantação de Rede</vt:lpstr>
      <vt:lpstr>📡 Topologia da Rede</vt:lpstr>
      <vt:lpstr>BULLET POINTS</vt:lpstr>
      <vt:lpstr> Justificativas Técnicas   </vt:lpstr>
      <vt:lpstr>Cronograma de Implantação</vt:lpstr>
      <vt:lpstr>🙏 Agradecimentos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229</cp:revision>
  <dcterms:created xsi:type="dcterms:W3CDTF">2025-06-30T21:37:19Z</dcterms:created>
  <dcterms:modified xsi:type="dcterms:W3CDTF">2025-07-04T22:06:19Z</dcterms:modified>
</cp:coreProperties>
</file>