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59" r:id="rId9"/>
    <p:sldId id="264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8" autoAdjust="0"/>
    <p:restoredTop sz="94660"/>
  </p:normalViewPr>
  <p:slideViewPr>
    <p:cSldViewPr snapToGrid="0">
      <p:cViewPr varScale="1">
        <p:scale>
          <a:sx n="64" d="100"/>
          <a:sy n="64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5D1AAF-6842-4A54-A5C5-D1CD1EBF116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421364F-9BBA-4715-848F-3471DA1B6945}">
      <dgm:prSet/>
      <dgm:spPr/>
      <dgm:t>
        <a:bodyPr/>
        <a:lstStyle/>
        <a:p>
          <a:r>
            <a:rPr lang="pt-BR" b="1" dirty="0"/>
            <a:t>A </a:t>
          </a:r>
          <a:r>
            <a:rPr lang="pt-BR" b="1" dirty="0" err="1"/>
            <a:t>NetWork</a:t>
          </a:r>
          <a:r>
            <a:rPr lang="pt-BR" b="1" dirty="0"/>
            <a:t> </a:t>
          </a:r>
          <a:r>
            <a:rPr lang="pt-BR" b="1" dirty="0" err="1"/>
            <a:t>Solution</a:t>
          </a:r>
          <a:r>
            <a:rPr lang="pt-BR" b="1" dirty="0"/>
            <a:t> </a:t>
          </a:r>
          <a:r>
            <a:rPr lang="pt-BR" b="1" dirty="0" err="1"/>
            <a:t>TechSoluções</a:t>
          </a:r>
          <a:r>
            <a:rPr lang="pt-BR" b="1" dirty="0"/>
            <a:t> Digitais é especializada em soluções de infraestrutura e TI. </a:t>
          </a:r>
          <a:endParaRPr lang="en-US" dirty="0"/>
        </a:p>
      </dgm:t>
    </dgm:pt>
    <dgm:pt modelId="{B201D1AA-6AEB-4DAD-BA11-CEB8E5B53DC3}" type="parTrans" cxnId="{D9A8D9FA-F650-4C39-A6F3-833A85B24C11}">
      <dgm:prSet/>
      <dgm:spPr/>
      <dgm:t>
        <a:bodyPr/>
        <a:lstStyle/>
        <a:p>
          <a:endParaRPr lang="en-US"/>
        </a:p>
      </dgm:t>
    </dgm:pt>
    <dgm:pt modelId="{5B38A003-86AD-4559-8561-925E3ED45539}" type="sibTrans" cxnId="{D9A8D9FA-F650-4C39-A6F3-833A85B24C11}">
      <dgm:prSet/>
      <dgm:spPr/>
      <dgm:t>
        <a:bodyPr/>
        <a:lstStyle/>
        <a:p>
          <a:endParaRPr lang="en-US"/>
        </a:p>
      </dgm:t>
    </dgm:pt>
    <dgm:pt modelId="{26440B0B-E528-4EE5-A165-D99D225B2337}">
      <dgm:prSet/>
      <dgm:spPr/>
      <dgm:t>
        <a:bodyPr/>
        <a:lstStyle/>
        <a:p>
          <a:r>
            <a:rPr lang="pt-BR" b="1" dirty="0"/>
            <a:t>Nossa missão é oferecer redes eficientes, seguras e escaláveis para empresas em crescimento.”</a:t>
          </a:r>
          <a:endParaRPr lang="en-US" dirty="0"/>
        </a:p>
      </dgm:t>
    </dgm:pt>
    <dgm:pt modelId="{FDC74953-2C3B-4CC1-A14F-F450D621AB8B}" type="parTrans" cxnId="{128A5629-EC23-4912-A136-FE16F6BC1CE6}">
      <dgm:prSet/>
      <dgm:spPr/>
      <dgm:t>
        <a:bodyPr/>
        <a:lstStyle/>
        <a:p>
          <a:endParaRPr lang="en-US"/>
        </a:p>
      </dgm:t>
    </dgm:pt>
    <dgm:pt modelId="{B0F68B17-DA15-4DE8-8FB2-CFA957A9DBDB}" type="sibTrans" cxnId="{128A5629-EC23-4912-A136-FE16F6BC1CE6}">
      <dgm:prSet/>
      <dgm:spPr/>
      <dgm:t>
        <a:bodyPr/>
        <a:lstStyle/>
        <a:p>
          <a:endParaRPr lang="en-US"/>
        </a:p>
      </dgm:t>
    </dgm:pt>
    <dgm:pt modelId="{3176BF52-B70E-4E4D-8201-A02AA0276E53}" type="pres">
      <dgm:prSet presAssocID="{CD5D1AAF-6842-4A54-A5C5-D1CD1EBF116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2E4B7B3-E03E-4FDE-AF5F-BF705594AB4D}" type="pres">
      <dgm:prSet presAssocID="{1421364F-9BBA-4715-848F-3471DA1B6945}" presName="hierRoot1" presStyleCnt="0"/>
      <dgm:spPr/>
    </dgm:pt>
    <dgm:pt modelId="{DB605AA0-0B65-410C-9F66-80038DD0308D}" type="pres">
      <dgm:prSet presAssocID="{1421364F-9BBA-4715-848F-3471DA1B6945}" presName="composite" presStyleCnt="0"/>
      <dgm:spPr/>
    </dgm:pt>
    <dgm:pt modelId="{FC944FE6-C903-4548-82CF-9F1E6DE02EF2}" type="pres">
      <dgm:prSet presAssocID="{1421364F-9BBA-4715-848F-3471DA1B6945}" presName="background" presStyleLbl="node0" presStyleIdx="0" presStyleCnt="1"/>
      <dgm:spPr/>
    </dgm:pt>
    <dgm:pt modelId="{55FCE3E8-47A0-463F-AAC1-E0E910B141E3}" type="pres">
      <dgm:prSet presAssocID="{1421364F-9BBA-4715-848F-3471DA1B6945}" presName="text" presStyleLbl="fgAcc0" presStyleIdx="0" presStyleCnt="1">
        <dgm:presLayoutVars>
          <dgm:chPref val="3"/>
        </dgm:presLayoutVars>
      </dgm:prSet>
      <dgm:spPr/>
    </dgm:pt>
    <dgm:pt modelId="{F16BDC2F-9974-4A01-91C9-6F0B809B8AC0}" type="pres">
      <dgm:prSet presAssocID="{1421364F-9BBA-4715-848F-3471DA1B6945}" presName="hierChild2" presStyleCnt="0"/>
      <dgm:spPr/>
    </dgm:pt>
    <dgm:pt modelId="{8E720FD7-9434-4F1C-A5A8-E2F37C40B3D9}" type="pres">
      <dgm:prSet presAssocID="{FDC74953-2C3B-4CC1-A14F-F450D621AB8B}" presName="Name10" presStyleLbl="parChTrans1D2" presStyleIdx="0" presStyleCnt="1"/>
      <dgm:spPr/>
    </dgm:pt>
    <dgm:pt modelId="{2E2E4001-C075-4503-8FF3-29FA57CDECCB}" type="pres">
      <dgm:prSet presAssocID="{26440B0B-E528-4EE5-A165-D99D225B2337}" presName="hierRoot2" presStyleCnt="0"/>
      <dgm:spPr/>
    </dgm:pt>
    <dgm:pt modelId="{A210ECB3-952D-4B13-9953-04CC8723B9E6}" type="pres">
      <dgm:prSet presAssocID="{26440B0B-E528-4EE5-A165-D99D225B2337}" presName="composite2" presStyleCnt="0"/>
      <dgm:spPr/>
    </dgm:pt>
    <dgm:pt modelId="{C429F5CE-4D9E-4825-A446-6B3A546036D7}" type="pres">
      <dgm:prSet presAssocID="{26440B0B-E528-4EE5-A165-D99D225B2337}" presName="background2" presStyleLbl="node2" presStyleIdx="0" presStyleCnt="1"/>
      <dgm:spPr/>
    </dgm:pt>
    <dgm:pt modelId="{474578D0-D02E-4600-BF20-368A320C5815}" type="pres">
      <dgm:prSet presAssocID="{26440B0B-E528-4EE5-A165-D99D225B2337}" presName="text2" presStyleLbl="fgAcc2" presStyleIdx="0" presStyleCnt="1">
        <dgm:presLayoutVars>
          <dgm:chPref val="3"/>
        </dgm:presLayoutVars>
      </dgm:prSet>
      <dgm:spPr/>
    </dgm:pt>
    <dgm:pt modelId="{3D15E8F5-F7EB-4112-9C79-3F2B9BF4A1A2}" type="pres">
      <dgm:prSet presAssocID="{26440B0B-E528-4EE5-A165-D99D225B2337}" presName="hierChild3" presStyleCnt="0"/>
      <dgm:spPr/>
    </dgm:pt>
  </dgm:ptLst>
  <dgm:cxnLst>
    <dgm:cxn modelId="{48DD3F15-987E-40DF-B7BE-5AF5A241FC3B}" type="presOf" srcId="{1421364F-9BBA-4715-848F-3471DA1B6945}" destId="{55FCE3E8-47A0-463F-AAC1-E0E910B141E3}" srcOrd="0" destOrd="0" presId="urn:microsoft.com/office/officeart/2005/8/layout/hierarchy1"/>
    <dgm:cxn modelId="{128A5629-EC23-4912-A136-FE16F6BC1CE6}" srcId="{1421364F-9BBA-4715-848F-3471DA1B6945}" destId="{26440B0B-E528-4EE5-A165-D99D225B2337}" srcOrd="0" destOrd="0" parTransId="{FDC74953-2C3B-4CC1-A14F-F450D621AB8B}" sibTransId="{B0F68B17-DA15-4DE8-8FB2-CFA957A9DBDB}"/>
    <dgm:cxn modelId="{B73D722F-5C31-4BA2-833A-64EAC6E192CE}" type="presOf" srcId="{FDC74953-2C3B-4CC1-A14F-F450D621AB8B}" destId="{8E720FD7-9434-4F1C-A5A8-E2F37C40B3D9}" srcOrd="0" destOrd="0" presId="urn:microsoft.com/office/officeart/2005/8/layout/hierarchy1"/>
    <dgm:cxn modelId="{0AD4B9B5-B830-45C0-8544-F400D19CFE89}" type="presOf" srcId="{CD5D1AAF-6842-4A54-A5C5-D1CD1EBF1162}" destId="{3176BF52-B70E-4E4D-8201-A02AA0276E53}" srcOrd="0" destOrd="0" presId="urn:microsoft.com/office/officeart/2005/8/layout/hierarchy1"/>
    <dgm:cxn modelId="{388BB0D2-49DD-4959-999F-1E461A8875F9}" type="presOf" srcId="{26440B0B-E528-4EE5-A165-D99D225B2337}" destId="{474578D0-D02E-4600-BF20-368A320C5815}" srcOrd="0" destOrd="0" presId="urn:microsoft.com/office/officeart/2005/8/layout/hierarchy1"/>
    <dgm:cxn modelId="{D9A8D9FA-F650-4C39-A6F3-833A85B24C11}" srcId="{CD5D1AAF-6842-4A54-A5C5-D1CD1EBF1162}" destId="{1421364F-9BBA-4715-848F-3471DA1B6945}" srcOrd="0" destOrd="0" parTransId="{B201D1AA-6AEB-4DAD-BA11-CEB8E5B53DC3}" sibTransId="{5B38A003-86AD-4559-8561-925E3ED45539}"/>
    <dgm:cxn modelId="{F0E7B17E-AE78-45E4-BC20-BD12AD8B4676}" type="presParOf" srcId="{3176BF52-B70E-4E4D-8201-A02AA0276E53}" destId="{92E4B7B3-E03E-4FDE-AF5F-BF705594AB4D}" srcOrd="0" destOrd="0" presId="urn:microsoft.com/office/officeart/2005/8/layout/hierarchy1"/>
    <dgm:cxn modelId="{D633064E-5173-4A44-9E53-718C22354CF8}" type="presParOf" srcId="{92E4B7B3-E03E-4FDE-AF5F-BF705594AB4D}" destId="{DB605AA0-0B65-410C-9F66-80038DD0308D}" srcOrd="0" destOrd="0" presId="urn:microsoft.com/office/officeart/2005/8/layout/hierarchy1"/>
    <dgm:cxn modelId="{A4A67EC0-B05C-4998-9FFB-22D7B19F9112}" type="presParOf" srcId="{DB605AA0-0B65-410C-9F66-80038DD0308D}" destId="{FC944FE6-C903-4548-82CF-9F1E6DE02EF2}" srcOrd="0" destOrd="0" presId="urn:microsoft.com/office/officeart/2005/8/layout/hierarchy1"/>
    <dgm:cxn modelId="{881B6BF5-3D73-4929-90AF-1555DD454A7A}" type="presParOf" srcId="{DB605AA0-0B65-410C-9F66-80038DD0308D}" destId="{55FCE3E8-47A0-463F-AAC1-E0E910B141E3}" srcOrd="1" destOrd="0" presId="urn:microsoft.com/office/officeart/2005/8/layout/hierarchy1"/>
    <dgm:cxn modelId="{7A0AAC15-1CC1-4B97-9C8D-C76DA0BAD873}" type="presParOf" srcId="{92E4B7B3-E03E-4FDE-AF5F-BF705594AB4D}" destId="{F16BDC2F-9974-4A01-91C9-6F0B809B8AC0}" srcOrd="1" destOrd="0" presId="urn:microsoft.com/office/officeart/2005/8/layout/hierarchy1"/>
    <dgm:cxn modelId="{A08B2E29-14D6-4EC4-B6E1-7CF9157FA77E}" type="presParOf" srcId="{F16BDC2F-9974-4A01-91C9-6F0B809B8AC0}" destId="{8E720FD7-9434-4F1C-A5A8-E2F37C40B3D9}" srcOrd="0" destOrd="0" presId="urn:microsoft.com/office/officeart/2005/8/layout/hierarchy1"/>
    <dgm:cxn modelId="{3FD3F267-477E-446B-A406-D3D4B39832AA}" type="presParOf" srcId="{F16BDC2F-9974-4A01-91C9-6F0B809B8AC0}" destId="{2E2E4001-C075-4503-8FF3-29FA57CDECCB}" srcOrd="1" destOrd="0" presId="urn:microsoft.com/office/officeart/2005/8/layout/hierarchy1"/>
    <dgm:cxn modelId="{ED851C44-5751-436C-9750-ED30CD6089C6}" type="presParOf" srcId="{2E2E4001-C075-4503-8FF3-29FA57CDECCB}" destId="{A210ECB3-952D-4B13-9953-04CC8723B9E6}" srcOrd="0" destOrd="0" presId="urn:microsoft.com/office/officeart/2005/8/layout/hierarchy1"/>
    <dgm:cxn modelId="{42BADDD7-C297-4742-8E63-E42D0197E474}" type="presParOf" srcId="{A210ECB3-952D-4B13-9953-04CC8723B9E6}" destId="{C429F5CE-4D9E-4825-A446-6B3A546036D7}" srcOrd="0" destOrd="0" presId="urn:microsoft.com/office/officeart/2005/8/layout/hierarchy1"/>
    <dgm:cxn modelId="{C42AA85C-8A5A-44CC-872C-2DF1200F92EA}" type="presParOf" srcId="{A210ECB3-952D-4B13-9953-04CC8723B9E6}" destId="{474578D0-D02E-4600-BF20-368A320C5815}" srcOrd="1" destOrd="0" presId="urn:microsoft.com/office/officeart/2005/8/layout/hierarchy1"/>
    <dgm:cxn modelId="{A5ED297F-0347-43D9-BBFD-BFEF3BB3D34F}" type="presParOf" srcId="{2E2E4001-C075-4503-8FF3-29FA57CDECCB}" destId="{3D15E8F5-F7EB-4112-9C79-3F2B9BF4A1A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9C8507-F42A-4A53-BCB0-9DAF2C53A721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9EF238DE-DB27-47D1-8158-91BC15D67AE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 b="1"/>
            <a:t>Bullet points:</a:t>
          </a:r>
          <a:endParaRPr lang="en-US"/>
        </a:p>
      </dgm:t>
    </dgm:pt>
    <dgm:pt modelId="{9D91764A-C214-423F-870F-3C2909664738}" type="parTrans" cxnId="{2A8229EC-27A2-4E31-B23F-DD105823BD31}">
      <dgm:prSet/>
      <dgm:spPr/>
      <dgm:t>
        <a:bodyPr/>
        <a:lstStyle/>
        <a:p>
          <a:endParaRPr lang="en-US"/>
        </a:p>
      </dgm:t>
    </dgm:pt>
    <dgm:pt modelId="{8348EC9A-F130-417F-A88C-D91505646A4F}" type="sibTrans" cxnId="{2A8229EC-27A2-4E31-B23F-DD105823BD31}">
      <dgm:prSet/>
      <dgm:spPr/>
      <dgm:t>
        <a:bodyPr/>
        <a:lstStyle/>
        <a:p>
          <a:endParaRPr lang="en-US"/>
        </a:p>
      </dgm:t>
    </dgm:pt>
    <dgm:pt modelId="{951D0392-0070-4404-B47E-A0A3CA1AE29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22 PCs por setor</a:t>
          </a:r>
          <a:endParaRPr lang="en-US"/>
        </a:p>
      </dgm:t>
    </dgm:pt>
    <dgm:pt modelId="{168D2288-83AC-413A-BB22-7DC1C5C27DD8}" type="parTrans" cxnId="{BD3665D9-58D7-45B9-9EF9-DFFBB406EFA8}">
      <dgm:prSet/>
      <dgm:spPr/>
      <dgm:t>
        <a:bodyPr/>
        <a:lstStyle/>
        <a:p>
          <a:endParaRPr lang="en-US"/>
        </a:p>
      </dgm:t>
    </dgm:pt>
    <dgm:pt modelId="{0ABB958E-7249-4B9B-8201-45B280F92F83}" type="sibTrans" cxnId="{BD3665D9-58D7-45B9-9EF9-DFFBB406EFA8}">
      <dgm:prSet/>
      <dgm:spPr/>
      <dgm:t>
        <a:bodyPr/>
        <a:lstStyle/>
        <a:p>
          <a:endParaRPr lang="en-US"/>
        </a:p>
      </dgm:t>
    </dgm:pt>
    <dgm:pt modelId="{BC9EF3E4-16FA-4883-8BAE-4A85BC39E4D7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6 Laptops para diretores</a:t>
          </a:r>
          <a:endParaRPr lang="en-US"/>
        </a:p>
      </dgm:t>
    </dgm:pt>
    <dgm:pt modelId="{D602B473-9C10-4BE1-9A6B-B8AE5DAC9105}" type="parTrans" cxnId="{CE6611A3-6106-49ED-BD05-9EBCC5B2D852}">
      <dgm:prSet/>
      <dgm:spPr/>
      <dgm:t>
        <a:bodyPr/>
        <a:lstStyle/>
        <a:p>
          <a:endParaRPr lang="en-US"/>
        </a:p>
      </dgm:t>
    </dgm:pt>
    <dgm:pt modelId="{6F482733-5253-46E9-8CD9-B54E67D32B8E}" type="sibTrans" cxnId="{CE6611A3-6106-49ED-BD05-9EBCC5B2D852}">
      <dgm:prSet/>
      <dgm:spPr/>
      <dgm:t>
        <a:bodyPr/>
        <a:lstStyle/>
        <a:p>
          <a:endParaRPr lang="en-US"/>
        </a:p>
      </dgm:t>
    </dgm:pt>
    <dgm:pt modelId="{560831F1-D011-4543-95AF-01A7635CB43A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2 Servidores (DHCP &amp; Web)</a:t>
          </a:r>
          <a:endParaRPr lang="en-US"/>
        </a:p>
      </dgm:t>
    </dgm:pt>
    <dgm:pt modelId="{49CFF5FD-3A53-48CB-B7D0-B476A1B0AE2A}" type="parTrans" cxnId="{7C468DAE-7A92-46A3-938D-06E9338240DA}">
      <dgm:prSet/>
      <dgm:spPr/>
      <dgm:t>
        <a:bodyPr/>
        <a:lstStyle/>
        <a:p>
          <a:endParaRPr lang="en-US"/>
        </a:p>
      </dgm:t>
    </dgm:pt>
    <dgm:pt modelId="{5936DF17-8051-4A9E-BB22-85D194076F62}" type="sibTrans" cxnId="{7C468DAE-7A92-46A3-938D-06E9338240DA}">
      <dgm:prSet/>
      <dgm:spPr/>
      <dgm:t>
        <a:bodyPr/>
        <a:lstStyle/>
        <a:p>
          <a:endParaRPr lang="en-US"/>
        </a:p>
      </dgm:t>
    </dgm:pt>
    <dgm:pt modelId="{4BC0B2F1-8B38-44F1-A4C9-205E45E6968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2 Switches (24 + 8 portas)</a:t>
          </a:r>
          <a:endParaRPr lang="en-US"/>
        </a:p>
      </dgm:t>
    </dgm:pt>
    <dgm:pt modelId="{48FA8281-EBC1-45FC-B9C6-FD6233DA0F8E}" type="parTrans" cxnId="{08FBB6BC-A242-4183-A2BD-9063E7F6903B}">
      <dgm:prSet/>
      <dgm:spPr/>
      <dgm:t>
        <a:bodyPr/>
        <a:lstStyle/>
        <a:p>
          <a:endParaRPr lang="en-US"/>
        </a:p>
      </dgm:t>
    </dgm:pt>
    <dgm:pt modelId="{199F142A-301B-4195-8D25-00D40DB6DF09}" type="sibTrans" cxnId="{08FBB6BC-A242-4183-A2BD-9063E7F6903B}">
      <dgm:prSet/>
      <dgm:spPr/>
      <dgm:t>
        <a:bodyPr/>
        <a:lstStyle/>
        <a:p>
          <a:endParaRPr lang="en-US"/>
        </a:p>
      </dgm:t>
    </dgm:pt>
    <dgm:pt modelId="{C76CD855-219D-474D-9D9F-69977E6CB3D9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1 Roteador Wireless</a:t>
          </a:r>
          <a:endParaRPr lang="en-US"/>
        </a:p>
      </dgm:t>
    </dgm:pt>
    <dgm:pt modelId="{E119F038-8FEB-47C3-B1F1-94F9812C0E2E}" type="parTrans" cxnId="{8D69AE64-3024-46A0-96B2-E8E1CDBBB0D5}">
      <dgm:prSet/>
      <dgm:spPr/>
      <dgm:t>
        <a:bodyPr/>
        <a:lstStyle/>
        <a:p>
          <a:endParaRPr lang="en-US"/>
        </a:p>
      </dgm:t>
    </dgm:pt>
    <dgm:pt modelId="{F793856A-E4A9-47F3-B7F8-CD003B21A1C3}" type="sibTrans" cxnId="{8D69AE64-3024-46A0-96B2-E8E1CDBBB0D5}">
      <dgm:prSet/>
      <dgm:spPr/>
      <dgm:t>
        <a:bodyPr/>
        <a:lstStyle/>
        <a:p>
          <a:endParaRPr lang="en-US"/>
        </a:p>
      </dgm:t>
    </dgm:pt>
    <dgm:pt modelId="{5BCD3E7F-EC96-4BF7-84E8-E995579C641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 b="1" dirty="0"/>
            <a:t>Conexão com “internet” via WI-FI</a:t>
          </a:r>
          <a:endParaRPr lang="en-US" dirty="0"/>
        </a:p>
      </dgm:t>
    </dgm:pt>
    <dgm:pt modelId="{DAA366B1-E7D5-44C7-9646-C055390CA31F}" type="parTrans" cxnId="{46091F78-D827-461F-9CB3-B30B8C19579C}">
      <dgm:prSet/>
      <dgm:spPr/>
      <dgm:t>
        <a:bodyPr/>
        <a:lstStyle/>
        <a:p>
          <a:endParaRPr lang="en-US"/>
        </a:p>
      </dgm:t>
    </dgm:pt>
    <dgm:pt modelId="{F95F302F-5C27-4778-BEE8-2788512C13C5}" type="sibTrans" cxnId="{46091F78-D827-461F-9CB3-B30B8C19579C}">
      <dgm:prSet/>
      <dgm:spPr/>
      <dgm:t>
        <a:bodyPr/>
        <a:lstStyle/>
        <a:p>
          <a:endParaRPr lang="en-US"/>
        </a:p>
      </dgm:t>
    </dgm:pt>
    <dgm:pt modelId="{E4D26AC2-6ADA-4812-902B-591D11291A25}" type="pres">
      <dgm:prSet presAssocID="{879C8507-F42A-4A53-BCB0-9DAF2C53A721}" presName="root" presStyleCnt="0">
        <dgm:presLayoutVars>
          <dgm:dir/>
          <dgm:resizeHandles val="exact"/>
        </dgm:presLayoutVars>
      </dgm:prSet>
      <dgm:spPr/>
    </dgm:pt>
    <dgm:pt modelId="{94CC9AD1-5F2D-4E89-BBD6-923360D4CB2B}" type="pres">
      <dgm:prSet presAssocID="{9EF238DE-DB27-47D1-8158-91BC15D67AEE}" presName="compNode" presStyleCnt="0"/>
      <dgm:spPr/>
    </dgm:pt>
    <dgm:pt modelId="{0BAE1187-4525-4BAB-BB62-80D89BCF93CD}" type="pres">
      <dgm:prSet presAssocID="{9EF238DE-DB27-47D1-8158-91BC15D67AE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ador"/>
        </a:ext>
      </dgm:extLst>
    </dgm:pt>
    <dgm:pt modelId="{FAB11755-698B-4D6F-B00A-40D3186B84BE}" type="pres">
      <dgm:prSet presAssocID="{9EF238DE-DB27-47D1-8158-91BC15D67AEE}" presName="iconSpace" presStyleCnt="0"/>
      <dgm:spPr/>
    </dgm:pt>
    <dgm:pt modelId="{BC9C97DB-A610-4739-93C7-2013F63DD18F}" type="pres">
      <dgm:prSet presAssocID="{9EF238DE-DB27-47D1-8158-91BC15D67AEE}" presName="parTx" presStyleLbl="revTx" presStyleIdx="0" presStyleCnt="4">
        <dgm:presLayoutVars>
          <dgm:chMax val="0"/>
          <dgm:chPref val="0"/>
        </dgm:presLayoutVars>
      </dgm:prSet>
      <dgm:spPr/>
    </dgm:pt>
    <dgm:pt modelId="{36413BD9-50A7-4B50-957D-5C99D2A45FA0}" type="pres">
      <dgm:prSet presAssocID="{9EF238DE-DB27-47D1-8158-91BC15D67AEE}" presName="txSpace" presStyleCnt="0"/>
      <dgm:spPr/>
    </dgm:pt>
    <dgm:pt modelId="{7EB4409B-F09F-4327-9266-0C592862636D}" type="pres">
      <dgm:prSet presAssocID="{9EF238DE-DB27-47D1-8158-91BC15D67AEE}" presName="desTx" presStyleLbl="revTx" presStyleIdx="1" presStyleCnt="4">
        <dgm:presLayoutVars/>
      </dgm:prSet>
      <dgm:spPr/>
    </dgm:pt>
    <dgm:pt modelId="{950E1514-CBD8-442D-A074-DA9E62A816AB}" type="pres">
      <dgm:prSet presAssocID="{8348EC9A-F130-417F-A88C-D91505646A4F}" presName="sibTrans" presStyleCnt="0"/>
      <dgm:spPr/>
    </dgm:pt>
    <dgm:pt modelId="{D9C67994-9F2F-4D99-9FFD-F1DE8EB60534}" type="pres">
      <dgm:prSet presAssocID="{5BCD3E7F-EC96-4BF7-84E8-E995579C641F}" presName="compNode" presStyleCnt="0"/>
      <dgm:spPr/>
    </dgm:pt>
    <dgm:pt modelId="{40C87B66-6F57-4445-946E-18D38ABACCAE}" type="pres">
      <dgm:prSet presAssocID="{5BCD3E7F-EC96-4BF7-84E8-E995579C641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m fio"/>
        </a:ext>
      </dgm:extLst>
    </dgm:pt>
    <dgm:pt modelId="{C9EF4E94-DF98-4905-ACAC-2FBC56B5260C}" type="pres">
      <dgm:prSet presAssocID="{5BCD3E7F-EC96-4BF7-84E8-E995579C641F}" presName="iconSpace" presStyleCnt="0"/>
      <dgm:spPr/>
    </dgm:pt>
    <dgm:pt modelId="{C87AAD4D-EB13-4605-AEE1-12BAD8529F5F}" type="pres">
      <dgm:prSet presAssocID="{5BCD3E7F-EC96-4BF7-84E8-E995579C641F}" presName="parTx" presStyleLbl="revTx" presStyleIdx="2" presStyleCnt="4">
        <dgm:presLayoutVars>
          <dgm:chMax val="0"/>
          <dgm:chPref val="0"/>
        </dgm:presLayoutVars>
      </dgm:prSet>
      <dgm:spPr/>
    </dgm:pt>
    <dgm:pt modelId="{020DA33A-D1E4-45BB-93AC-62F83D5A1A14}" type="pres">
      <dgm:prSet presAssocID="{5BCD3E7F-EC96-4BF7-84E8-E995579C641F}" presName="txSpace" presStyleCnt="0"/>
      <dgm:spPr/>
    </dgm:pt>
    <dgm:pt modelId="{25C830A8-0021-4138-833C-0A7F31E6D463}" type="pres">
      <dgm:prSet presAssocID="{5BCD3E7F-EC96-4BF7-84E8-E995579C641F}" presName="desTx" presStyleLbl="revTx" presStyleIdx="3" presStyleCnt="4">
        <dgm:presLayoutVars/>
      </dgm:prSet>
      <dgm:spPr/>
    </dgm:pt>
  </dgm:ptLst>
  <dgm:cxnLst>
    <dgm:cxn modelId="{76E2040B-423A-4F59-8098-26384B8A7E66}" type="presOf" srcId="{C76CD855-219D-474D-9D9F-69977E6CB3D9}" destId="{7EB4409B-F09F-4327-9266-0C592862636D}" srcOrd="0" destOrd="4" presId="urn:microsoft.com/office/officeart/2018/2/layout/IconLabelDescriptionList"/>
    <dgm:cxn modelId="{04481F2F-60E9-41A6-95E7-0DF41AA462F3}" type="presOf" srcId="{4BC0B2F1-8B38-44F1-A4C9-205E45E6968B}" destId="{7EB4409B-F09F-4327-9266-0C592862636D}" srcOrd="0" destOrd="3" presId="urn:microsoft.com/office/officeart/2018/2/layout/IconLabelDescriptionList"/>
    <dgm:cxn modelId="{9BBB5F62-71F3-4292-972B-4117BB420B35}" type="presOf" srcId="{BC9EF3E4-16FA-4883-8BAE-4A85BC39E4D7}" destId="{7EB4409B-F09F-4327-9266-0C592862636D}" srcOrd="0" destOrd="1" presId="urn:microsoft.com/office/officeart/2018/2/layout/IconLabelDescriptionList"/>
    <dgm:cxn modelId="{8D69AE64-3024-46A0-96B2-E8E1CDBBB0D5}" srcId="{9EF238DE-DB27-47D1-8158-91BC15D67AEE}" destId="{C76CD855-219D-474D-9D9F-69977E6CB3D9}" srcOrd="4" destOrd="0" parTransId="{E119F038-8FEB-47C3-B1F1-94F9812C0E2E}" sibTransId="{F793856A-E4A9-47F3-B7F8-CD003B21A1C3}"/>
    <dgm:cxn modelId="{46091F78-D827-461F-9CB3-B30B8C19579C}" srcId="{879C8507-F42A-4A53-BCB0-9DAF2C53A721}" destId="{5BCD3E7F-EC96-4BF7-84E8-E995579C641F}" srcOrd="1" destOrd="0" parTransId="{DAA366B1-E7D5-44C7-9646-C055390CA31F}" sibTransId="{F95F302F-5C27-4778-BEE8-2788512C13C5}"/>
    <dgm:cxn modelId="{BF10E896-F7ED-47D3-B43D-8AAD5216C634}" type="presOf" srcId="{951D0392-0070-4404-B47E-A0A3CA1AE293}" destId="{7EB4409B-F09F-4327-9266-0C592862636D}" srcOrd="0" destOrd="0" presId="urn:microsoft.com/office/officeart/2018/2/layout/IconLabelDescriptionList"/>
    <dgm:cxn modelId="{616C4C99-6167-405D-92B8-2CA5B2C0DD68}" type="presOf" srcId="{9EF238DE-DB27-47D1-8158-91BC15D67AEE}" destId="{BC9C97DB-A610-4739-93C7-2013F63DD18F}" srcOrd="0" destOrd="0" presId="urn:microsoft.com/office/officeart/2018/2/layout/IconLabelDescriptionList"/>
    <dgm:cxn modelId="{CE6611A3-6106-49ED-BD05-9EBCC5B2D852}" srcId="{9EF238DE-DB27-47D1-8158-91BC15D67AEE}" destId="{BC9EF3E4-16FA-4883-8BAE-4A85BC39E4D7}" srcOrd="1" destOrd="0" parTransId="{D602B473-9C10-4BE1-9A6B-B8AE5DAC9105}" sibTransId="{6F482733-5253-46E9-8CD9-B54E67D32B8E}"/>
    <dgm:cxn modelId="{7C468DAE-7A92-46A3-938D-06E9338240DA}" srcId="{9EF238DE-DB27-47D1-8158-91BC15D67AEE}" destId="{560831F1-D011-4543-95AF-01A7635CB43A}" srcOrd="2" destOrd="0" parTransId="{49CFF5FD-3A53-48CB-B7D0-B476A1B0AE2A}" sibTransId="{5936DF17-8051-4A9E-BB22-85D194076F62}"/>
    <dgm:cxn modelId="{3C8A10B3-872A-4F23-B698-56D2BA0D2FF7}" type="presOf" srcId="{560831F1-D011-4543-95AF-01A7635CB43A}" destId="{7EB4409B-F09F-4327-9266-0C592862636D}" srcOrd="0" destOrd="2" presId="urn:microsoft.com/office/officeart/2018/2/layout/IconLabelDescriptionList"/>
    <dgm:cxn modelId="{08FBB6BC-A242-4183-A2BD-9063E7F6903B}" srcId="{9EF238DE-DB27-47D1-8158-91BC15D67AEE}" destId="{4BC0B2F1-8B38-44F1-A4C9-205E45E6968B}" srcOrd="3" destOrd="0" parTransId="{48FA8281-EBC1-45FC-B9C6-FD6233DA0F8E}" sibTransId="{199F142A-301B-4195-8D25-00D40DB6DF09}"/>
    <dgm:cxn modelId="{9D0401C9-DDD7-43E9-B16C-D10A46396DB7}" type="presOf" srcId="{879C8507-F42A-4A53-BCB0-9DAF2C53A721}" destId="{E4D26AC2-6ADA-4812-902B-591D11291A25}" srcOrd="0" destOrd="0" presId="urn:microsoft.com/office/officeart/2018/2/layout/IconLabelDescriptionList"/>
    <dgm:cxn modelId="{BD3665D9-58D7-45B9-9EF9-DFFBB406EFA8}" srcId="{9EF238DE-DB27-47D1-8158-91BC15D67AEE}" destId="{951D0392-0070-4404-B47E-A0A3CA1AE293}" srcOrd="0" destOrd="0" parTransId="{168D2288-83AC-413A-BB22-7DC1C5C27DD8}" sibTransId="{0ABB958E-7249-4B9B-8201-45B280F92F83}"/>
    <dgm:cxn modelId="{2A8229EC-27A2-4E31-B23F-DD105823BD31}" srcId="{879C8507-F42A-4A53-BCB0-9DAF2C53A721}" destId="{9EF238DE-DB27-47D1-8158-91BC15D67AEE}" srcOrd="0" destOrd="0" parTransId="{9D91764A-C214-423F-870F-3C2909664738}" sibTransId="{8348EC9A-F130-417F-A88C-D91505646A4F}"/>
    <dgm:cxn modelId="{DC353FED-6B58-4AB1-93BF-E120A83D36F8}" type="presOf" srcId="{5BCD3E7F-EC96-4BF7-84E8-E995579C641F}" destId="{C87AAD4D-EB13-4605-AEE1-12BAD8529F5F}" srcOrd="0" destOrd="0" presId="urn:microsoft.com/office/officeart/2018/2/layout/IconLabelDescriptionList"/>
    <dgm:cxn modelId="{F80B5BEA-89B0-4AF9-99FE-0C2CED8B2B84}" type="presParOf" srcId="{E4D26AC2-6ADA-4812-902B-591D11291A25}" destId="{94CC9AD1-5F2D-4E89-BBD6-923360D4CB2B}" srcOrd="0" destOrd="0" presId="urn:microsoft.com/office/officeart/2018/2/layout/IconLabelDescriptionList"/>
    <dgm:cxn modelId="{753DE369-900A-4387-84E1-5CB98FA860DB}" type="presParOf" srcId="{94CC9AD1-5F2D-4E89-BBD6-923360D4CB2B}" destId="{0BAE1187-4525-4BAB-BB62-80D89BCF93CD}" srcOrd="0" destOrd="0" presId="urn:microsoft.com/office/officeart/2018/2/layout/IconLabelDescriptionList"/>
    <dgm:cxn modelId="{287BA493-9F71-4F34-A58F-651DC786AA26}" type="presParOf" srcId="{94CC9AD1-5F2D-4E89-BBD6-923360D4CB2B}" destId="{FAB11755-698B-4D6F-B00A-40D3186B84BE}" srcOrd="1" destOrd="0" presId="urn:microsoft.com/office/officeart/2018/2/layout/IconLabelDescriptionList"/>
    <dgm:cxn modelId="{C09C5253-BAE9-4667-8B16-DCA7F7A29660}" type="presParOf" srcId="{94CC9AD1-5F2D-4E89-BBD6-923360D4CB2B}" destId="{BC9C97DB-A610-4739-93C7-2013F63DD18F}" srcOrd="2" destOrd="0" presId="urn:microsoft.com/office/officeart/2018/2/layout/IconLabelDescriptionList"/>
    <dgm:cxn modelId="{DE309EDD-7085-42A5-BADF-B9D9BA0F44BA}" type="presParOf" srcId="{94CC9AD1-5F2D-4E89-BBD6-923360D4CB2B}" destId="{36413BD9-50A7-4B50-957D-5C99D2A45FA0}" srcOrd="3" destOrd="0" presId="urn:microsoft.com/office/officeart/2018/2/layout/IconLabelDescriptionList"/>
    <dgm:cxn modelId="{7081E6C4-550E-44E2-9C97-E2FB4C98B84B}" type="presParOf" srcId="{94CC9AD1-5F2D-4E89-BBD6-923360D4CB2B}" destId="{7EB4409B-F09F-4327-9266-0C592862636D}" srcOrd="4" destOrd="0" presId="urn:microsoft.com/office/officeart/2018/2/layout/IconLabelDescriptionList"/>
    <dgm:cxn modelId="{F78EFA99-8AB1-422F-99FE-43045679165A}" type="presParOf" srcId="{E4D26AC2-6ADA-4812-902B-591D11291A25}" destId="{950E1514-CBD8-442D-A074-DA9E62A816AB}" srcOrd="1" destOrd="0" presId="urn:microsoft.com/office/officeart/2018/2/layout/IconLabelDescriptionList"/>
    <dgm:cxn modelId="{4845E69A-E4AD-49E2-88A9-1F8155562AD3}" type="presParOf" srcId="{E4D26AC2-6ADA-4812-902B-591D11291A25}" destId="{D9C67994-9F2F-4D99-9FFD-F1DE8EB60534}" srcOrd="2" destOrd="0" presId="urn:microsoft.com/office/officeart/2018/2/layout/IconLabelDescriptionList"/>
    <dgm:cxn modelId="{E3AB2DB3-9BA6-45A3-A689-4D14AC42D02B}" type="presParOf" srcId="{D9C67994-9F2F-4D99-9FFD-F1DE8EB60534}" destId="{40C87B66-6F57-4445-946E-18D38ABACCAE}" srcOrd="0" destOrd="0" presId="urn:microsoft.com/office/officeart/2018/2/layout/IconLabelDescriptionList"/>
    <dgm:cxn modelId="{367AE4E9-C058-44D8-BDC7-FA4660F7FC9D}" type="presParOf" srcId="{D9C67994-9F2F-4D99-9FFD-F1DE8EB60534}" destId="{C9EF4E94-DF98-4905-ACAC-2FBC56B5260C}" srcOrd="1" destOrd="0" presId="urn:microsoft.com/office/officeart/2018/2/layout/IconLabelDescriptionList"/>
    <dgm:cxn modelId="{0793EA98-ABC2-44C6-8BE5-6A5A3A636936}" type="presParOf" srcId="{D9C67994-9F2F-4D99-9FFD-F1DE8EB60534}" destId="{C87AAD4D-EB13-4605-AEE1-12BAD8529F5F}" srcOrd="2" destOrd="0" presId="urn:microsoft.com/office/officeart/2018/2/layout/IconLabelDescriptionList"/>
    <dgm:cxn modelId="{7404AB20-CD9E-4A76-B698-8DFD9AF5DBD7}" type="presParOf" srcId="{D9C67994-9F2F-4D99-9FFD-F1DE8EB60534}" destId="{020DA33A-D1E4-45BB-93AC-62F83D5A1A14}" srcOrd="3" destOrd="0" presId="urn:microsoft.com/office/officeart/2018/2/layout/IconLabelDescriptionList"/>
    <dgm:cxn modelId="{CD45E5C1-5EFC-44B8-BA4F-A314DEDA1868}" type="presParOf" srcId="{D9C67994-9F2F-4D99-9FFD-F1DE8EB60534}" destId="{25C830A8-0021-4138-833C-0A7F31E6D46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720FD7-9434-4F1C-A5A8-E2F37C40B3D9}">
      <dsp:nvSpPr>
        <dsp:cNvPr id="0" name=""/>
        <dsp:cNvSpPr/>
      </dsp:nvSpPr>
      <dsp:spPr>
        <a:xfrm>
          <a:off x="1566938" y="1222640"/>
          <a:ext cx="91440" cy="5590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5906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944FE6-C903-4548-82CF-9F1E6DE02EF2}">
      <dsp:nvSpPr>
        <dsp:cNvPr id="0" name=""/>
        <dsp:cNvSpPr/>
      </dsp:nvSpPr>
      <dsp:spPr>
        <a:xfrm>
          <a:off x="651511" y="1983"/>
          <a:ext cx="1922294" cy="12206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FCE3E8-47A0-463F-AAC1-E0E910B141E3}">
      <dsp:nvSpPr>
        <dsp:cNvPr id="0" name=""/>
        <dsp:cNvSpPr/>
      </dsp:nvSpPr>
      <dsp:spPr>
        <a:xfrm>
          <a:off x="865099" y="204892"/>
          <a:ext cx="1922294" cy="12206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/>
            <a:t>A </a:t>
          </a:r>
          <a:r>
            <a:rPr lang="pt-BR" sz="1200" b="1" kern="1200" dirty="0" err="1"/>
            <a:t>NetWork</a:t>
          </a:r>
          <a:r>
            <a:rPr lang="pt-BR" sz="1200" b="1" kern="1200" dirty="0"/>
            <a:t> </a:t>
          </a:r>
          <a:r>
            <a:rPr lang="pt-BR" sz="1200" b="1" kern="1200" dirty="0" err="1"/>
            <a:t>Solution</a:t>
          </a:r>
          <a:r>
            <a:rPr lang="pt-BR" sz="1200" b="1" kern="1200" dirty="0"/>
            <a:t> </a:t>
          </a:r>
          <a:r>
            <a:rPr lang="pt-BR" sz="1200" b="1" kern="1200" dirty="0" err="1"/>
            <a:t>TechSoluções</a:t>
          </a:r>
          <a:r>
            <a:rPr lang="pt-BR" sz="1200" b="1" kern="1200" dirty="0"/>
            <a:t> Digitais é especializada em soluções de infraestrutura e TI. </a:t>
          </a:r>
          <a:endParaRPr lang="en-US" sz="1200" kern="1200" dirty="0"/>
        </a:p>
      </dsp:txBody>
      <dsp:txXfrm>
        <a:off x="900851" y="240644"/>
        <a:ext cx="1850790" cy="1149153"/>
      </dsp:txXfrm>
    </dsp:sp>
    <dsp:sp modelId="{C429F5CE-4D9E-4825-A446-6B3A546036D7}">
      <dsp:nvSpPr>
        <dsp:cNvPr id="0" name=""/>
        <dsp:cNvSpPr/>
      </dsp:nvSpPr>
      <dsp:spPr>
        <a:xfrm>
          <a:off x="651511" y="1781708"/>
          <a:ext cx="1922294" cy="12206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4578D0-D02E-4600-BF20-368A320C5815}">
      <dsp:nvSpPr>
        <dsp:cNvPr id="0" name=""/>
        <dsp:cNvSpPr/>
      </dsp:nvSpPr>
      <dsp:spPr>
        <a:xfrm>
          <a:off x="865099" y="1984617"/>
          <a:ext cx="1922294" cy="12206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/>
            <a:t>Nossa missão é oferecer redes eficientes, seguras e escaláveis para empresas em crescimento.”</a:t>
          </a:r>
          <a:endParaRPr lang="en-US" sz="1200" kern="1200" dirty="0"/>
        </a:p>
      </dsp:txBody>
      <dsp:txXfrm>
        <a:off x="900851" y="2020369"/>
        <a:ext cx="1850790" cy="11491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AE1187-4525-4BAB-BB62-80D89BCF93CD}">
      <dsp:nvSpPr>
        <dsp:cNvPr id="0" name=""/>
        <dsp:cNvSpPr/>
      </dsp:nvSpPr>
      <dsp:spPr>
        <a:xfrm>
          <a:off x="2965" y="308960"/>
          <a:ext cx="552432" cy="5524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9C97DB-A610-4739-93C7-2013F63DD18F}">
      <dsp:nvSpPr>
        <dsp:cNvPr id="0" name=""/>
        <dsp:cNvSpPr/>
      </dsp:nvSpPr>
      <dsp:spPr>
        <a:xfrm>
          <a:off x="2965" y="972734"/>
          <a:ext cx="1578378" cy="436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400" b="1" kern="1200"/>
            <a:t>Bullet points:</a:t>
          </a:r>
          <a:endParaRPr lang="en-US" sz="1400" kern="1200"/>
        </a:p>
      </dsp:txBody>
      <dsp:txXfrm>
        <a:off x="2965" y="972734"/>
        <a:ext cx="1578378" cy="436520"/>
      </dsp:txXfrm>
    </dsp:sp>
    <dsp:sp modelId="{7EB4409B-F09F-4327-9266-0C592862636D}">
      <dsp:nvSpPr>
        <dsp:cNvPr id="0" name=""/>
        <dsp:cNvSpPr/>
      </dsp:nvSpPr>
      <dsp:spPr>
        <a:xfrm>
          <a:off x="2965" y="1461042"/>
          <a:ext cx="1578378" cy="1437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22 PCs por setor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6 Laptops para diretores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2 Servidores (DHCP &amp; Web)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2 Switches (24 + 8 portas)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1 Roteador Wireless</a:t>
          </a:r>
          <a:endParaRPr lang="en-US" sz="1100" kern="1200"/>
        </a:p>
      </dsp:txBody>
      <dsp:txXfrm>
        <a:off x="2965" y="1461042"/>
        <a:ext cx="1578378" cy="1437254"/>
      </dsp:txXfrm>
    </dsp:sp>
    <dsp:sp modelId="{40C87B66-6F57-4445-946E-18D38ABACCAE}">
      <dsp:nvSpPr>
        <dsp:cNvPr id="0" name=""/>
        <dsp:cNvSpPr/>
      </dsp:nvSpPr>
      <dsp:spPr>
        <a:xfrm>
          <a:off x="1857561" y="308960"/>
          <a:ext cx="552432" cy="5524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AAD4D-EB13-4605-AEE1-12BAD8529F5F}">
      <dsp:nvSpPr>
        <dsp:cNvPr id="0" name=""/>
        <dsp:cNvSpPr/>
      </dsp:nvSpPr>
      <dsp:spPr>
        <a:xfrm>
          <a:off x="1857561" y="972734"/>
          <a:ext cx="1578378" cy="436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400" b="1" kern="1200" dirty="0"/>
            <a:t>Conexão com “internet” via WI-FI</a:t>
          </a:r>
          <a:endParaRPr lang="en-US" sz="1400" kern="1200" dirty="0"/>
        </a:p>
      </dsp:txBody>
      <dsp:txXfrm>
        <a:off x="1857561" y="972734"/>
        <a:ext cx="1578378" cy="436520"/>
      </dsp:txXfrm>
    </dsp:sp>
    <dsp:sp modelId="{25C830A8-0021-4138-833C-0A7F31E6D463}">
      <dsp:nvSpPr>
        <dsp:cNvPr id="0" name=""/>
        <dsp:cNvSpPr/>
      </dsp:nvSpPr>
      <dsp:spPr>
        <a:xfrm>
          <a:off x="1857561" y="1461042"/>
          <a:ext cx="1578378" cy="1437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FAF6F5-2EAE-A011-3D53-533C7CB4E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EBEE8D-901A-802C-03C2-6F1507898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6B2506-F38B-BE76-FC80-37D267F9E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8C07-CE60-4234-BDB2-77C980A7CE03}" type="datetimeFigureOut">
              <a:rPr lang="pt-BR" smtClean="0"/>
              <a:t>08/07/2025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87FA0F-BB26-2103-C9AF-5FBDC8F82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F130D7-F6DF-AE69-B163-083F82AA3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3DD87-3932-4263-8875-AF941BE35B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94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781E5-D32B-E21E-DB89-BB69FD8EA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FFEFBE-1727-F79C-5B68-7B8CD1C0A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7E025D-A56E-955F-D89D-301597A03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8C07-CE60-4234-BDB2-77C980A7CE03}" type="datetimeFigureOut">
              <a:rPr lang="pt-BR" smtClean="0"/>
              <a:t>08/07/2025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E92168-4EF0-B3C8-33F5-68AB490CC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4417FD-0A19-A391-DA9E-BD589911C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3DD87-3932-4263-8875-AF941BE35B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4555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ED30B-F1FA-9723-AD01-8CC50F139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B0C5545-1AFF-C9C5-0B45-DC8DFDCB3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152E9B-7FF0-0097-D27C-5984E7B2A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8C07-CE60-4234-BDB2-77C980A7CE03}" type="datetimeFigureOut">
              <a:rPr lang="pt-BR" smtClean="0"/>
              <a:t>08/07/2025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865184-5DE9-1AF3-7EA2-8007DA7C1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EB8F0D-8CDB-1431-F762-D5D503FE4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3DD87-3932-4263-8875-AF941BE35B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8150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5470BE-E0C5-84E9-E6ED-E494C5E5C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FF6D16-6096-A918-D9B5-EF9E1A6E26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A9093E3-C183-B562-CCF2-1D78D932E4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6AB1A0-F5BB-361B-F9A6-F492637F0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8C07-CE60-4234-BDB2-77C980A7CE03}" type="datetimeFigureOut">
              <a:rPr lang="pt-BR" smtClean="0"/>
              <a:t>08/07/2025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9B85F0-05FD-DE8F-EA63-8360E4979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3419F0-934F-12E8-63AB-EB3972219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3DD87-3932-4263-8875-AF941BE35B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9281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EF58C7-B793-31FE-9BF1-C64A3ADC1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FF79387-838F-994E-6527-1749A17ED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0779B1B-526F-D7E8-3E70-0320A951D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6291F40-0001-2CCA-946A-F3688D5B30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ABE48A0-D0FE-DF6D-0A0D-36BC9EE830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8E3D9A9-C4F9-D119-6C9B-2D6C62ED3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8C07-CE60-4234-BDB2-77C980A7CE03}" type="datetimeFigureOut">
              <a:rPr lang="pt-BR" smtClean="0"/>
              <a:t>08/07/2025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E2969EC-7C68-2458-8962-001707E93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04966B7-A0B0-3009-B87E-D24F3333D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3DD87-3932-4263-8875-AF941BE35B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3673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CFC446-271D-DD17-E52F-31F773932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9E9BF56-1C2A-D391-2EE5-B18F36E2C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8C07-CE60-4234-BDB2-77C980A7CE03}" type="datetimeFigureOut">
              <a:rPr lang="pt-BR" smtClean="0"/>
              <a:t>08/07/2025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CE5076A-E048-4FCD-E72D-1A6960F57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3D16741-19B3-2B47-A8E2-450605959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3DD87-3932-4263-8875-AF941BE35B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6617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DD0D37E-91A2-1C4C-8635-F8049E26B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8C07-CE60-4234-BDB2-77C980A7CE03}" type="datetimeFigureOut">
              <a:rPr lang="pt-BR" smtClean="0"/>
              <a:t>08/07/2025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77B738E-62E9-D693-6A31-A578CBAC4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B77FD8-3757-D7BA-360A-93B5EEC5C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3DD87-3932-4263-8875-AF941BE35B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732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4269C9-B867-3600-0721-66C8210B8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297B13-FF6E-983E-24EC-1FF91537E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B178F2-3DD9-13DA-CDC3-0AAE96B7D3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C76869-C4DE-CD11-180F-BEC0F1560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8C07-CE60-4234-BDB2-77C980A7CE03}" type="datetimeFigureOut">
              <a:rPr lang="pt-BR" smtClean="0"/>
              <a:t>08/07/2025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7E1B09-CB4E-E962-FBB8-84EE2D032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B3C7DFA-E0A9-36B8-F7C1-E1934347C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3DD87-3932-4263-8875-AF941BE35B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9107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2628B-0E20-8531-73AF-55ADC1897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9A80FF8-5413-A4EE-C393-781087ECA3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7BCF9E1-75A2-3F4C-94FC-2A3E4256D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A7C524-8366-C6ED-5DCD-1EA7B9BD3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8C07-CE60-4234-BDB2-77C980A7CE03}" type="datetimeFigureOut">
              <a:rPr lang="pt-BR" smtClean="0"/>
              <a:t>08/07/2025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954F28-3A9E-E3A2-2618-4CBAC8B36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4A9BC03-701F-A800-8704-37B803A4D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3DD87-3932-4263-8875-AF941BE35B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2498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A7729C-C521-9075-B2EC-1974BFDCD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2703B0D-5A96-65DD-8F88-7D683B025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18910A-21E4-B864-CF62-5A056AD1C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8C07-CE60-4234-BDB2-77C980A7CE03}" type="datetimeFigureOut">
              <a:rPr lang="pt-BR" smtClean="0"/>
              <a:t>08/07/2025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D0762F-A1C7-CDCD-9583-ED9D006C4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62B44F-0E0C-87DF-DB12-9A73C765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3DD87-3932-4263-8875-AF941BE35B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6742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4B1CB82-6A07-86D3-C540-69649EEE5F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3E4ADE-E9B6-38DD-0A22-451CC6AB6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EDD5C1-22D8-D627-B08D-B75B10910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8C07-CE60-4234-BDB2-77C980A7CE03}" type="datetimeFigureOut">
              <a:rPr lang="pt-BR" smtClean="0"/>
              <a:t>08/07/2025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B9C65A-1F2B-4087-14B6-517347CBC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28DBB3-5E6E-EA02-158C-6FD2DB94C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3DD87-3932-4263-8875-AF941BE35B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1353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B30A88D-8E4E-1E00-0A8C-4F71243CA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ED8E0A2-C259-FECC-B0F0-70D35892B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E3FF80-6E1D-302D-D992-D0242DCC62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7C8C07-CE60-4234-BDB2-77C980A7CE03}" type="datetimeFigureOut">
              <a:rPr lang="pt-BR" smtClean="0"/>
              <a:t>08/07/2025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391676-8DB6-15EC-4354-9AA0A8C489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E1155D-ACC6-D300-6307-31773CE766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E3DD87-3932-4263-8875-AF941BE35B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2827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echvision.com.br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6" name="Rectangle 104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B2B90BC-8E14-B2AD-E9E8-3FE1AD2B4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anchor="b">
            <a:normAutofit/>
          </a:bodyPr>
          <a:lstStyle/>
          <a:p>
            <a:pPr algn="l"/>
            <a:r>
              <a:rPr lang="pt-BR" sz="4800" b="1"/>
              <a:t>Proposta de Implantação de Rede</a:t>
            </a:r>
            <a:endParaRPr lang="pt-BR" sz="4800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6CFC8E-235B-550F-3EA4-D8BD082AA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anchor="t">
            <a:normAutofit/>
          </a:bodyPr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THIAGOTECHSoluções Digitais</a:t>
            </a:r>
          </a:p>
          <a:p>
            <a:pPr algn="l"/>
            <a:endParaRPr lang="pt-BR" sz="1300" b="1">
              <a:solidFill>
                <a:srgbClr val="FFFFFF"/>
              </a:solidFill>
            </a:endParaRPr>
          </a:p>
          <a:p>
            <a:pPr algn="l"/>
            <a:endParaRPr lang="pt-BR" sz="1300" b="1">
              <a:solidFill>
                <a:srgbClr val="FFFFFF"/>
              </a:solidFill>
            </a:endParaRP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operador de sistemas em rede, Anthony Samuel, 08/07/25 Thiago Gonçalves Alves</a:t>
            </a:r>
            <a:endParaRPr lang="pt-BR" sz="1300">
              <a:solidFill>
                <a:srgbClr val="FFFFFF"/>
              </a:solidFill>
            </a:endParaRPr>
          </a:p>
          <a:p>
            <a:pPr algn="l"/>
            <a:endParaRPr lang="pt-BR" sz="1300">
              <a:solidFill>
                <a:srgbClr val="FFFFFF"/>
              </a:solidFill>
            </a:endParaRPr>
          </a:p>
        </p:txBody>
      </p:sp>
      <p:pic>
        <p:nvPicPr>
          <p:cNvPr id="6" name="Imagem 5" descr="Logotipo&#10;&#10;O conteúdo gerado por IA pode estar incorreto.">
            <a:extLst>
              <a:ext uri="{FF2B5EF4-FFF2-40B4-BE49-F238E27FC236}">
                <a16:creationId xmlns:a16="http://schemas.microsoft.com/office/drawing/2014/main" id="{EAEC5DDF-328C-3D4A-288B-CCF29BF951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907" y="658489"/>
            <a:ext cx="5163022" cy="5163022"/>
          </a:xfrm>
          <a:prstGeom prst="rect">
            <a:avLst/>
          </a:prstGeom>
        </p:spPr>
      </p:pic>
      <p:sp>
        <p:nvSpPr>
          <p:cNvPr id="1054" name="Rectangle 105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900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815783-9837-0454-AA8F-D3CEC0BAC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3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3E5B7660-8868-EDB8-8E28-1C9CBF7E33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60" r="8028" b="11178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31" name="Rectangle 25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FFA86AA-6045-7F09-1C31-7047FDFFBA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800" b="1"/>
              <a:t>Quem Somos</a:t>
            </a:r>
            <a:endParaRPr lang="en-US" sz="28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CaixaDeTexto 6">
            <a:extLst>
              <a:ext uri="{FF2B5EF4-FFF2-40B4-BE49-F238E27FC236}">
                <a16:creationId xmlns:a16="http://schemas.microsoft.com/office/drawing/2014/main" id="{73A19D91-4284-303C-2190-9A2BC68285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7811771"/>
              </p:ext>
            </p:extLst>
          </p:nvPr>
        </p:nvGraphicFramePr>
        <p:xfrm>
          <a:off x="371094" y="2718054"/>
          <a:ext cx="3438906" cy="3207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77068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3C4198-065F-CE2E-7BDB-47308FC85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0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D4AF6CC4-CDF7-38A3-6BAE-A27584C0C2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60" r="8028" b="11178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30" name="Rectangle 22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5588119-8640-7495-1C76-74E02E648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800" b="1"/>
              <a:t>Topologia da Rede</a:t>
            </a:r>
            <a:endParaRPr lang="en-US" sz="2800"/>
          </a:p>
        </p:txBody>
      </p:sp>
      <p:sp>
        <p:nvSpPr>
          <p:cNvPr id="31" name="Rectangle 2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2" name="Rectangle 2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CaixaDeTexto 3">
            <a:extLst>
              <a:ext uri="{FF2B5EF4-FFF2-40B4-BE49-F238E27FC236}">
                <a16:creationId xmlns:a16="http://schemas.microsoft.com/office/drawing/2014/main" id="{AA039B7B-CA9F-169C-430B-E3093FCF67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2196477"/>
              </p:ext>
            </p:extLst>
          </p:nvPr>
        </p:nvGraphicFramePr>
        <p:xfrm>
          <a:off x="371094" y="2718054"/>
          <a:ext cx="3438906" cy="3207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15205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6D40FC-13B3-78D0-A67F-A037B786C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6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Logotipo">
            <a:extLst>
              <a:ext uri="{FF2B5EF4-FFF2-40B4-BE49-F238E27FC236}">
                <a16:creationId xmlns:a16="http://schemas.microsoft.com/office/drawing/2014/main" id="{FDE106E8-0C22-A45E-9BDB-393A04DA9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60" r="8028" b="11178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5" name="Rectangle 18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419638-7A19-F636-4BB8-21D102DA6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800" b="1"/>
              <a:t>Justificativas Técnicas</a:t>
            </a:r>
            <a:endParaRPr lang="en-US" sz="2800"/>
          </a:p>
        </p:txBody>
      </p:sp>
      <p:sp>
        <p:nvSpPr>
          <p:cNvPr id="26" name="Rectangle 20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774FF60-C7C8-6C6F-C021-3604FCBBAB04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1" indent="-228600">
              <a:lnSpc>
                <a:spcPct val="90000"/>
              </a:lnSpc>
              <a:spcAft>
                <a:spcPts val="10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700" b="1"/>
              <a:t>Por que essa configuração?</a:t>
            </a:r>
            <a:r>
              <a:rPr lang="en-US" sz="1700" b="1">
                <a:effectLst/>
              </a:rPr>
              <a:t> </a:t>
            </a:r>
          </a:p>
          <a:p>
            <a:pPr lvl="1" indent="-228600">
              <a:lnSpc>
                <a:spcPct val="90000"/>
              </a:lnSpc>
              <a:spcAft>
                <a:spcPts val="10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endParaRPr lang="en-US" sz="1700" b="1"/>
          </a:p>
          <a:p>
            <a:pPr lv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/>
              <a:t>Pontos:</a:t>
            </a:r>
            <a:endParaRPr lang="en-US" sz="1700"/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/>
              <a:t>Servidores dedicados: DHCP e Web / DNS</a:t>
            </a:r>
            <a:endParaRPr lang="en-US" sz="1700"/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/>
              <a:t>Rede cabeada + Wi‑Fi: flexibilidade e mobilidade</a:t>
            </a:r>
            <a:endParaRPr lang="en-US" sz="1700"/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/>
              <a:t>Segmentação por setores: performance e segurança</a:t>
            </a:r>
            <a:endParaRPr lang="en-US" sz="1700"/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1"/>
              <a:t>DHCP para facilitação da administração</a:t>
            </a:r>
            <a:endParaRPr lang="en-US" sz="1700"/>
          </a:p>
          <a:p>
            <a:pPr lvl="1" indent="-228600">
              <a:lnSpc>
                <a:spcPct val="90000"/>
              </a:lnSpc>
              <a:spcAft>
                <a:spcPts val="10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endParaRPr lang="en-US" sz="17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84807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9C76B3-C9BF-817C-6043-1604C3E8E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17">
            <a:extLst>
              <a:ext uri="{FF2B5EF4-FFF2-40B4-BE49-F238E27FC236}">
                <a16:creationId xmlns:a16="http://schemas.microsoft.com/office/drawing/2014/main" id="{231BF440-39FA-4087-84CC-2EEC0BBDA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80F9DD72-93D9-2367-6B1B-91CA5448F7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00" r="-2" b="27060"/>
          <a:stretch>
            <a:fillRect/>
          </a:stretch>
        </p:blipFill>
        <p:spPr>
          <a:xfrm>
            <a:off x="5043045" y="123556"/>
            <a:ext cx="7308975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</p:spPr>
      </p:pic>
      <p:pic>
        <p:nvPicPr>
          <p:cNvPr id="7" name="Picture 6" descr="Painel de sala de servidor iluminado">
            <a:extLst>
              <a:ext uri="{FF2B5EF4-FFF2-40B4-BE49-F238E27FC236}">
                <a16:creationId xmlns:a16="http://schemas.microsoft.com/office/drawing/2014/main" id="{6E5C3194-AF2A-FEF5-3188-8F0794F9F0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591" r="-2" b="6435"/>
          <a:stretch>
            <a:fillRect/>
          </a:stretch>
        </p:blipFill>
        <p:spPr>
          <a:xfrm>
            <a:off x="4883025" y="3493008"/>
            <a:ext cx="7308975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</p:spPr>
      </p:pic>
      <p:sp useBgFill="1">
        <p:nvSpPr>
          <p:cNvPr id="27" name="Freeform: Shape 19">
            <a:extLst>
              <a:ext uri="{FF2B5EF4-FFF2-40B4-BE49-F238E27FC236}">
                <a16:creationId xmlns:a16="http://schemas.microsoft.com/office/drawing/2014/main" id="{F04E4CBA-303B-48BD-8451-C2701CB0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21">
            <a:extLst>
              <a:ext uri="{FF2B5EF4-FFF2-40B4-BE49-F238E27FC236}">
                <a16:creationId xmlns:a16="http://schemas.microsoft.com/office/drawing/2014/main" id="{F6CA58B3-AFCC-4A40-9882-50D50808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7332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4A0693-E597-5657-3BBD-B59EBDC6E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859536"/>
            <a:ext cx="4832802" cy="12435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Orçamento Resumido</a:t>
            </a:r>
            <a:br>
              <a:rPr lang="en-US" sz="2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Orçamento Estimado de Equipamentos</a:t>
            </a:r>
            <a:endParaRPr lang="en-US" sz="2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544" y="2194560"/>
            <a:ext cx="4892040" cy="18288"/>
          </a:xfrm>
          <a:prstGeom prst="rect">
            <a:avLst/>
          </a:prstGeom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A00AE6B-AA30-4CF8-BA6F-339B780AD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544" y="2194560"/>
            <a:ext cx="4892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40E01-0B90-6599-6133-C955B07AD0A8}"/>
              </a:ext>
            </a:extLst>
          </p:cNvPr>
          <p:cNvSpPr txBox="1"/>
          <p:nvPr/>
        </p:nvSpPr>
        <p:spPr>
          <a:xfrm>
            <a:off x="448056" y="2512611"/>
            <a:ext cx="4832803" cy="3664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742950" lvl="1" indent="-228600">
              <a:lnSpc>
                <a:spcPct val="90000"/>
              </a:lnSpc>
              <a:spcAft>
                <a:spcPts val="10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000" b="1">
                <a:effectLst/>
              </a:rPr>
              <a:t>Equipamentos de rede	: R$ </a:t>
            </a:r>
            <a:r>
              <a:rPr lang="en-US" sz="2000" b="1"/>
              <a:t>5.000,00</a:t>
            </a:r>
            <a:endParaRPr lang="en-US" sz="2000">
              <a:effectLst/>
            </a:endParaRPr>
          </a:p>
          <a:p>
            <a:pPr marL="742950" lvl="1" indent="-228600">
              <a:lnSpc>
                <a:spcPct val="90000"/>
              </a:lnSpc>
              <a:spcAft>
                <a:spcPts val="10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000" b="1">
                <a:effectLst/>
              </a:rPr>
              <a:t>Servidores		: R$ 8.500,00</a:t>
            </a:r>
            <a:endParaRPr lang="en-US" sz="2000">
              <a:effectLst/>
            </a:endParaRPr>
          </a:p>
          <a:p>
            <a:pPr marL="742950" lvl="1" indent="-228600">
              <a:lnSpc>
                <a:spcPct val="90000"/>
              </a:lnSpc>
              <a:spcAft>
                <a:spcPts val="10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000" b="1">
                <a:effectLst/>
              </a:rPr>
              <a:t>Computadores e laptops	: R$ </a:t>
            </a:r>
            <a:r>
              <a:rPr lang="en-US" sz="2000" b="1"/>
              <a:t>32.186,27</a:t>
            </a:r>
            <a:endParaRPr lang="en-US" sz="2000">
              <a:effectLst/>
            </a:endParaRPr>
          </a:p>
          <a:p>
            <a:pPr marL="742950" lvl="1" indent="-228600">
              <a:lnSpc>
                <a:spcPct val="90000"/>
              </a:lnSpc>
              <a:spcAft>
                <a:spcPts val="10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000" b="1">
                <a:effectLst/>
              </a:rPr>
              <a:t>Materiais de instalação	: R$ 3.400,00</a:t>
            </a:r>
            <a:endParaRPr lang="en-US" sz="2000">
              <a:effectLst/>
            </a:endParaRPr>
          </a:p>
          <a:p>
            <a:pPr marL="514350" lvl="1" indent="-228600">
              <a:lnSpc>
                <a:spcPct val="90000"/>
              </a:lnSpc>
              <a:spcAft>
                <a:spcPts val="10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Valor Total Equipamentos: </a:t>
            </a:r>
          </a:p>
          <a:p>
            <a:pPr marL="514350" lvl="1" indent="-228600">
              <a:lnSpc>
                <a:spcPct val="90000"/>
              </a:lnSpc>
              <a:spcAft>
                <a:spcPts val="10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R$ 49.086,27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19369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E0EE1-2B7E-14BA-0384-A987A6B65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5F08BDF-302C-7AD2-0AD4-903074DEFA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500" b="1"/>
              <a:t>Orçamento Resumido</a:t>
            </a:r>
            <a:br>
              <a:rPr lang="en-US" sz="2500" b="1"/>
            </a:br>
            <a:r>
              <a:rPr lang="en-US" sz="2500" b="1"/>
              <a:t>Orçamento Estimado de Mão de Obra e Custos Administrativos</a:t>
            </a:r>
            <a:endParaRPr lang="en-US" sz="250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D121FF8-D381-24DE-0515-90D06D2587E5}"/>
              </a:ext>
            </a:extLst>
          </p:cNvPr>
          <p:cNvSpPr txBox="1"/>
          <p:nvPr/>
        </p:nvSpPr>
        <p:spPr>
          <a:xfrm>
            <a:off x="343646" y="2285999"/>
            <a:ext cx="5408707" cy="258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742950" lvl="1" indent="-228600">
              <a:lnSpc>
                <a:spcPct val="90000"/>
              </a:lnSpc>
              <a:spcAft>
                <a:spcPts val="10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900" b="1" dirty="0">
                <a:effectLst/>
              </a:rPr>
              <a:t>Mão de Obra Técnica: R$ 7.800,00</a:t>
            </a:r>
            <a:endParaRPr lang="en-US" sz="1900" dirty="0">
              <a:effectLst/>
            </a:endParaRPr>
          </a:p>
          <a:p>
            <a:pPr marL="742950" lvl="1" indent="-228600">
              <a:lnSpc>
                <a:spcPct val="90000"/>
              </a:lnSpc>
              <a:spcAft>
                <a:spcPts val="10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900" b="1" dirty="0">
                <a:effectLst/>
              </a:rPr>
              <a:t>Custos </a:t>
            </a:r>
            <a:r>
              <a:rPr lang="en-US" sz="1900" b="1" dirty="0" err="1">
                <a:effectLst/>
              </a:rPr>
              <a:t>Administrativos</a:t>
            </a:r>
            <a:r>
              <a:rPr lang="en-US" sz="1900" b="1" dirty="0">
                <a:effectLst/>
              </a:rPr>
              <a:t>/</a:t>
            </a:r>
            <a:r>
              <a:rPr lang="en-US" sz="1900" b="1" dirty="0" err="1">
                <a:effectLst/>
              </a:rPr>
              <a:t>Operacionais</a:t>
            </a:r>
            <a:r>
              <a:rPr lang="en-US" sz="1900" b="1" dirty="0">
                <a:effectLst/>
              </a:rPr>
              <a:t> R$ 1.560,00</a:t>
            </a:r>
            <a:endParaRPr lang="en-US" sz="1900" dirty="0">
              <a:effectLst/>
            </a:endParaRPr>
          </a:p>
          <a:p>
            <a:pPr marL="514350" lvl="1" algn="ctr">
              <a:lnSpc>
                <a:spcPct val="90000"/>
              </a:lnSpc>
              <a:spcAft>
                <a:spcPts val="1000"/>
              </a:spcAft>
              <a:buSzPts val="1000"/>
              <a:tabLst>
                <a:tab pos="914400" algn="l"/>
              </a:tabLst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Valor Mão de Obra: R$ 9.360,00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DC27DB5-0C60-50E5-3370-609AA1C67D15}"/>
              </a:ext>
            </a:extLst>
          </p:cNvPr>
          <p:cNvSpPr txBox="1"/>
          <p:nvPr/>
        </p:nvSpPr>
        <p:spPr>
          <a:xfrm>
            <a:off x="193040" y="4992222"/>
            <a:ext cx="5808980" cy="172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algn="ctr">
              <a:lnSpc>
                <a:spcPct val="90000"/>
              </a:lnSpc>
              <a:spcAft>
                <a:spcPts val="1000"/>
              </a:spcAft>
              <a:buSzPts val="1000"/>
              <a:tabLst>
                <a:tab pos="914400" algn="l"/>
              </a:tabLst>
            </a:pPr>
            <a:r>
              <a:rPr 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VALOR TOTAL: R$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49.086,27</a:t>
            </a:r>
            <a:r>
              <a:rPr 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R$ 9.360,00 </a:t>
            </a:r>
          </a:p>
          <a:p>
            <a:pPr marL="285750" lvl="1" algn="ctr">
              <a:lnSpc>
                <a:spcPct val="90000"/>
              </a:lnSpc>
              <a:spcAft>
                <a:spcPts val="1000"/>
              </a:spcAft>
              <a:buSzPts val="1000"/>
              <a:tabLst>
                <a:tab pos="914400" algn="l"/>
              </a:tabLst>
            </a:pPr>
            <a:r>
              <a:rPr 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R$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58.426,27</a:t>
            </a:r>
            <a:endParaRPr lang="en-US" sz="1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lvl="1" algn="ctr">
              <a:lnSpc>
                <a:spcPct val="90000"/>
              </a:lnSpc>
              <a:spcAft>
                <a:spcPts val="1000"/>
              </a:spcAft>
              <a:buSzPts val="1000"/>
              <a:tabLst>
                <a:tab pos="914400" algn="l"/>
              </a:tabLst>
            </a:pPr>
            <a:r>
              <a:rPr 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Desconto</a:t>
            </a:r>
            <a:r>
              <a:rPr 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2% para </a:t>
            </a:r>
            <a:r>
              <a:rPr 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pagamento</a:t>
            </a:r>
            <a:r>
              <a:rPr 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à vista (R$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1168,52</a:t>
            </a:r>
            <a:r>
              <a:rPr 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285750" lvl="1" algn="ctr">
              <a:lnSpc>
                <a:spcPct val="90000"/>
              </a:lnSpc>
              <a:spcAft>
                <a:spcPts val="1000"/>
              </a:spcAft>
              <a:buSzPts val="1000"/>
              <a:tabLst>
                <a:tab pos="914400" algn="l"/>
              </a:tabLst>
            </a:pPr>
            <a:r>
              <a:rPr 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R$ 57.285,85</a:t>
            </a:r>
          </a:p>
        </p:txBody>
      </p:sp>
      <p:pic>
        <p:nvPicPr>
          <p:cNvPr id="9" name="Imagem 8" descr="Logotipo">
            <a:extLst>
              <a:ext uri="{FF2B5EF4-FFF2-40B4-BE49-F238E27FC236}">
                <a16:creationId xmlns:a16="http://schemas.microsoft.com/office/drawing/2014/main" id="{D922D1E9-D390-1BBF-BA3B-DB446FF2D0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353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879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616E69-B803-16C3-2FAE-62EFC80E8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7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m 7" descr="Logotipo&#10;&#10;O conteúdo gerado por IA pode estar incorreto.">
            <a:extLst>
              <a:ext uri="{FF2B5EF4-FFF2-40B4-BE49-F238E27FC236}">
                <a16:creationId xmlns:a16="http://schemas.microsoft.com/office/drawing/2014/main" id="{BDB063D0-1E72-A1CC-82C4-E607E1A62C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60" r="8028" b="11178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5" name="Rectangle 19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1410B4-A184-2987-FBFD-CDB94E224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600" b="1"/>
              <a:t>Por que contratar a NetWork Solution Tech</a:t>
            </a:r>
            <a:endParaRPr lang="en-US" sz="26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B6ACF38-9C79-9C7D-203A-155BA14B2522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 indent="-228600">
              <a:lnSpc>
                <a:spcPct val="90000"/>
              </a:lnSpc>
              <a:spcAft>
                <a:spcPts val="10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700" b="1">
                <a:effectLst/>
              </a:rPr>
              <a:t>Pontos:</a:t>
            </a:r>
            <a:endParaRPr lang="en-US" sz="1700">
              <a:effectLst/>
            </a:endParaRPr>
          </a:p>
          <a:p>
            <a:pPr marL="742950" lvl="1" indent="-228600">
              <a:lnSpc>
                <a:spcPct val="90000"/>
              </a:lnSpc>
              <a:spcAft>
                <a:spcPts val="10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700" b="1">
                <a:effectLst/>
              </a:rPr>
              <a:t>Equipe técnica especializada</a:t>
            </a:r>
            <a:endParaRPr lang="en-US" sz="1700">
              <a:effectLst/>
            </a:endParaRPr>
          </a:p>
          <a:p>
            <a:pPr marL="742950" lvl="1" indent="-228600">
              <a:lnSpc>
                <a:spcPct val="90000"/>
              </a:lnSpc>
              <a:spcAft>
                <a:spcPts val="10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700" b="1">
                <a:effectLst/>
              </a:rPr>
              <a:t>Projeto completo e detalhado</a:t>
            </a:r>
            <a:endParaRPr lang="en-US" sz="1700">
              <a:effectLst/>
            </a:endParaRPr>
          </a:p>
          <a:p>
            <a:pPr marL="742950" lvl="1" indent="-228600">
              <a:lnSpc>
                <a:spcPct val="90000"/>
              </a:lnSpc>
              <a:spcAft>
                <a:spcPts val="10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700" b="1">
                <a:effectLst/>
              </a:rPr>
              <a:t>Suporte antes e depois da implantação</a:t>
            </a:r>
            <a:endParaRPr lang="en-US" sz="1700">
              <a:effectLst/>
            </a:endParaRPr>
          </a:p>
          <a:p>
            <a:pPr marL="742950" lvl="1" indent="-228600">
              <a:lnSpc>
                <a:spcPct val="90000"/>
              </a:lnSpc>
              <a:spcAft>
                <a:spcPts val="10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700" b="1">
                <a:effectLst/>
              </a:rPr>
              <a:t>Compromisso com qualidade e inovação</a:t>
            </a:r>
            <a:endParaRPr lang="en-US" sz="17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37518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C0790-C8F9-F1F5-0CFC-B3BDAE55C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7BD7CC6-2F7F-4587-8E92-D041AB2CE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E7ED1F4-19EF-4BC2-A6EA-DF1525142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EE7C14F-442F-4416-A4A9-6DA10263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AC4CCD-70AA-4916-97EA-D9C12FED1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5694289-EA59-4679-9DB4-0646321A8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2EDAD0A-6995-496D-9789-A34C66F5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CBBB211-248C-4F94-900A-80CD8D52F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8DCC953-87D5-419D-A529-94A946251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F67D0B7-A0F4-47EB-8DF7-2630C056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A3919D60-F174-4FEB-9E9D-5AF6BD659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8EF7474-F1F7-47A7-AF33-E38A86EBF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B14C3B3-01E7-4DD2-80BC-D6605BDB3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9E2ED25-9BE8-462A-BE54-D3E506DBA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3E48329-07A0-4DBB-9D0C-0614AE372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ED609B4-86D5-44D5-8511-42AE9B129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912E1BF-76C2-49D5-A5AC-1CE20255C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4E6722B-B0C0-4A43-91F6-6E2D6E2D7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8EAB6DA-9741-4668-8E47-957CD515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36EC6AA-9E44-4DD2-B718-EE0411141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38DE653-B3C7-49E5-A3B0-6C00B2608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90AE89EB-4F51-4181-9475-7E1048FB3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78285A0-9022-40FD-B520-91444BA16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E2EED1A-F137-41BB-A555-7CDFF9C33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E1EC980-DEDC-41BF-995C-1D471C90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A2F9486-DC13-4EDD-82CE-7FFC6F484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46A2475-19E5-46B8-B7FE-C2CF42971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ítulo 1">
            <a:extLst>
              <a:ext uri="{FF2B5EF4-FFF2-40B4-BE49-F238E27FC236}">
                <a16:creationId xmlns:a16="http://schemas.microsoft.com/office/drawing/2014/main" id="{C5746679-D7DD-3835-2810-3A3281FD0F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640" y="4038037"/>
            <a:ext cx="5107366" cy="2087424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pt-BR" sz="4800" b="1">
                <a:solidFill>
                  <a:schemeClr val="bg1"/>
                </a:solidFill>
              </a:rPr>
              <a:t>Diagrama da Rede</a:t>
            </a:r>
            <a:endParaRPr lang="pt-BR" sz="4800">
              <a:solidFill>
                <a:schemeClr val="bg1"/>
              </a:solidFill>
            </a:endParaRPr>
          </a:p>
        </p:txBody>
      </p:sp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CBE54A5A-C97F-C21C-BBBF-4C63770FC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60" y="617779"/>
            <a:ext cx="10365863" cy="3265248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91CD8CAA-4614-4393-ADD7-7FDFD8ABD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9F5BF84-4D12-40EB-B3CA-72B55341A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ACF91815-2B4A-44C8-BAC2-6732AD11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23960DB-F7E9-40C5-BDC7-9700C71B1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95623C8-E3C3-425E-B186-ADFF5B670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4138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66D276-A0C2-85DE-B6A6-21C864EBA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36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16147B7-BD75-2544-010F-8C57DEC20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417576"/>
            <a:ext cx="10909640" cy="1249394"/>
          </a:xfrm>
        </p:spPr>
        <p:txBody>
          <a:bodyPr anchor="ctr">
            <a:normAutofit/>
          </a:bodyPr>
          <a:lstStyle/>
          <a:p>
            <a:r>
              <a:rPr lang="pt-BR" sz="6600" b="1"/>
              <a:t>Cronograma de Implantação</a:t>
            </a:r>
            <a:endParaRPr lang="pt-BR" sz="6600"/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m 1" descr="Tabela&#10;&#10;O conteúdo gerado por IA pode estar incorreto.">
            <a:extLst>
              <a:ext uri="{FF2B5EF4-FFF2-40B4-BE49-F238E27FC236}">
                <a16:creationId xmlns:a16="http://schemas.microsoft.com/office/drawing/2014/main" id="{F8DBAB8D-92AC-E8AE-9EC9-1B7E2A61E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379" y="2633472"/>
            <a:ext cx="8910194" cy="358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41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3F7370-10FC-8916-7A6B-7915689CF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FDD8F38-EFD5-E75A-F0ED-0354309C5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71BA236-688E-F5E4-F460-C1EF427AD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9E6E7FE-0216-1CB5-6298-E9DB03BEF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32EF334-4814-72B7-A52C-44A34E703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0D4CBCFD-6EE1-9A6F-E699-AE6209A4D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anchor="ctr">
            <a:normAutofit/>
          </a:bodyPr>
          <a:lstStyle/>
          <a:p>
            <a:pPr algn="l"/>
            <a:r>
              <a:rPr lang="pt-BR" sz="4000" b="1" dirty="0">
                <a:solidFill>
                  <a:srgbClr val="FFFFFF"/>
                </a:solidFill>
              </a:rPr>
              <a:t>Obrigado pela Oportunidade!</a:t>
            </a:r>
            <a:endParaRPr lang="pt-BR" sz="4000" dirty="0">
              <a:solidFill>
                <a:srgbClr val="FFFFFF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0753E23-E8D6-FB42-5D17-24A13F1A6D7E}"/>
              </a:ext>
            </a:extLst>
          </p:cNvPr>
          <p:cNvSpPr txBox="1"/>
          <p:nvPr/>
        </p:nvSpPr>
        <p:spPr>
          <a:xfrm>
            <a:off x="3220720" y="2045688"/>
            <a:ext cx="6096000" cy="383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Estamos prontos para transformar sua rede.</a:t>
            </a:r>
            <a:endParaRPr lang="pt-BR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6D03DCC-2237-6637-4F15-46BBE9E17AFA}"/>
              </a:ext>
            </a:extLst>
          </p:cNvPr>
          <p:cNvSpPr txBox="1"/>
          <p:nvPr/>
        </p:nvSpPr>
        <p:spPr>
          <a:xfrm>
            <a:off x="944880" y="4346375"/>
            <a:ext cx="7904480" cy="210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b="1" dirty="0" err="1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NetWork</a:t>
            </a:r>
            <a:r>
              <a:rPr lang="pt-BR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pt-BR" b="1" dirty="0" err="1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Solution</a:t>
            </a:r>
            <a:r>
              <a:rPr lang="pt-BR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pt-BR" b="1" dirty="0" err="1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Tech</a:t>
            </a:r>
            <a:r>
              <a:rPr lang="pt-BR" sz="1800" b="1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Soluções</a:t>
            </a:r>
            <a:r>
              <a:rPr lang="pt-BR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Digitais</a:t>
            </a:r>
            <a:br>
              <a:rPr lang="pt-BR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pt-BR" sz="1800" b="1" dirty="0">
                <a:effectLst/>
                <a:latin typeface="Segoe UI Emoji" panose="020B0502040204020203" pitchFamily="34" charset="0"/>
                <a:ea typeface="MS Mincho" panose="02020609040205080304" pitchFamily="49" charset="-128"/>
                <a:cs typeface="Segoe UI Emoji" panose="020B0502040204020203" pitchFamily="34" charset="0"/>
              </a:rPr>
              <a:t>🔹</a:t>
            </a:r>
            <a:r>
              <a:rPr lang="pt-BR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Redes Inteligentes para Empresas Modernas</a:t>
            </a:r>
            <a:br>
              <a:rPr lang="pt-BR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pt-BR" sz="1800" b="1" dirty="0">
                <a:effectLst/>
                <a:latin typeface="Segoe UI Emoji" panose="020B0502040204020203" pitchFamily="34" charset="0"/>
                <a:ea typeface="MS Mincho" panose="02020609040205080304" pitchFamily="49" charset="-128"/>
                <a:cs typeface="Segoe UI Emoji" panose="020B0502040204020203" pitchFamily="34" charset="0"/>
              </a:rPr>
              <a:t>🔹</a:t>
            </a:r>
            <a:r>
              <a:rPr lang="pt-BR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Suporte completo antes, durante e depois da implantação</a:t>
            </a:r>
            <a:endParaRPr lang="pt-BR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800" b="1" dirty="0">
                <a:effectLst/>
                <a:latin typeface="Segoe UI Emoji" panose="020B0502040204020203" pitchFamily="34" charset="0"/>
                <a:ea typeface="MS Mincho" panose="02020609040205080304" pitchFamily="49" charset="-128"/>
                <a:cs typeface="Segoe UI Emoji" panose="020B0502040204020203" pitchFamily="34" charset="0"/>
              </a:rPr>
              <a:t>📧</a:t>
            </a:r>
            <a:r>
              <a:rPr lang="pt-BR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Email: </a:t>
            </a:r>
            <a:r>
              <a:rPr lang="pt-BR" sz="1800" b="1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contato@</a:t>
            </a:r>
            <a:r>
              <a:rPr lang="pt-BR" b="1" dirty="0" err="1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NetWork</a:t>
            </a:r>
            <a:r>
              <a:rPr lang="pt-BR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SolutionTech</a:t>
            </a:r>
            <a:r>
              <a:rPr lang="pt-BR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.com.br</a:t>
            </a:r>
            <a:br>
              <a:rPr lang="pt-BR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pt-BR" sz="1800" b="1" dirty="0">
                <a:effectLst/>
                <a:latin typeface="Segoe UI Emoji" panose="020B0502040204020203" pitchFamily="34" charset="0"/>
                <a:ea typeface="MS Mincho" panose="02020609040205080304" pitchFamily="49" charset="-128"/>
                <a:cs typeface="Segoe UI Emoji" panose="020B0502040204020203" pitchFamily="34" charset="0"/>
              </a:rPr>
              <a:t>📞</a:t>
            </a:r>
            <a:r>
              <a:rPr lang="pt-BR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Telefone: (11) 99999-9999</a:t>
            </a:r>
            <a:br>
              <a:rPr lang="pt-BR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pt-BR" sz="1800" b="1" dirty="0">
                <a:effectLst/>
                <a:latin typeface="Segoe UI Emoji" panose="020B0502040204020203" pitchFamily="34" charset="0"/>
                <a:ea typeface="MS Mincho" panose="02020609040205080304" pitchFamily="49" charset="-128"/>
                <a:cs typeface="Segoe UI Emoji" panose="020B0502040204020203" pitchFamily="34" charset="0"/>
              </a:rPr>
              <a:t>🌐</a:t>
            </a:r>
            <a:r>
              <a:rPr lang="pt-BR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Site: </a:t>
            </a:r>
            <a:r>
              <a:rPr lang="pt-BR" sz="1800" b="1" u="sng" dirty="0" err="1">
                <a:solidFill>
                  <a:srgbClr val="0000FF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  <a:hlinkClick r:id="rId2"/>
              </a:rPr>
              <a:t>www</a:t>
            </a:r>
            <a:r>
              <a:rPr lang="pt-BR" sz="1800" b="1" u="sng" dirty="0">
                <a:solidFill>
                  <a:srgbClr val="0000FF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  <a:hlinkClick r:id="rId2"/>
              </a:rPr>
              <a:t>.</a:t>
            </a:r>
            <a:r>
              <a:rPr lang="pt-BR" b="1" u="sng" dirty="0">
                <a:solidFill>
                  <a:srgbClr val="0000FF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pt-BR" b="1" u="sng" dirty="0" err="1">
                <a:solidFill>
                  <a:srgbClr val="0000FF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NetWork</a:t>
            </a:r>
            <a:r>
              <a:rPr lang="pt-BR" b="1" u="sng" dirty="0">
                <a:solidFill>
                  <a:srgbClr val="0000FF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pt-BR" b="1" u="sng" dirty="0" err="1">
                <a:solidFill>
                  <a:srgbClr val="0000FF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Solution</a:t>
            </a:r>
            <a:r>
              <a:rPr lang="pt-BR" b="1" u="sng" dirty="0">
                <a:solidFill>
                  <a:srgbClr val="0000FF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Tech</a:t>
            </a:r>
            <a:endParaRPr lang="pt-BR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1C6A552-559C-2BAC-8F87-CE0ABAA843AE}"/>
              </a:ext>
            </a:extLst>
          </p:cNvPr>
          <p:cNvSpPr txBox="1"/>
          <p:nvPr/>
        </p:nvSpPr>
        <p:spPr>
          <a:xfrm>
            <a:off x="1524000" y="2899179"/>
            <a:ext cx="10129520" cy="702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“</a:t>
            </a:r>
            <a:r>
              <a:rPr lang="en-US" sz="1800" b="1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Invista</a:t>
            </a:r>
            <a:r>
              <a:rPr lang="en-US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em</a:t>
            </a:r>
            <a:r>
              <a:rPr lang="en-US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conectividade</a:t>
            </a:r>
            <a:r>
              <a:rPr lang="en-US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1800" b="1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qualidade</a:t>
            </a:r>
            <a:r>
              <a:rPr lang="en-US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br>
              <a:rPr lang="en-US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</a:t>
            </a:r>
            <a:r>
              <a:rPr lang="en-US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NetWork</a:t>
            </a:r>
            <a:r>
              <a:rPr lang="en-US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Solution Tech </a:t>
            </a:r>
            <a:r>
              <a:rPr lang="en-US" sz="1800" b="1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garante</a:t>
            </a:r>
            <a:r>
              <a:rPr lang="en-US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desempenho</a:t>
            </a:r>
            <a:r>
              <a:rPr lang="en-US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segurança</a:t>
            </a:r>
            <a:r>
              <a:rPr lang="en-US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e </a:t>
            </a:r>
            <a:r>
              <a:rPr lang="en-US" sz="1800" b="1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inovação</a:t>
            </a:r>
            <a:r>
              <a:rPr lang="en-US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para </a:t>
            </a:r>
            <a:r>
              <a:rPr lang="en-US" sz="1800" b="1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sua</a:t>
            </a:r>
            <a:r>
              <a:rPr lang="en-US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empresa</a:t>
            </a:r>
            <a:r>
              <a:rPr lang="en-US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.”</a:t>
            </a:r>
            <a:endParaRPr lang="pt-BR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5991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354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Cambria</vt:lpstr>
      <vt:lpstr>Segoe UI Emoji</vt:lpstr>
      <vt:lpstr>Tema do Office</vt:lpstr>
      <vt:lpstr>Proposta de Implantação de Rede</vt:lpstr>
      <vt:lpstr>Quem Somos</vt:lpstr>
      <vt:lpstr>Topologia da Rede</vt:lpstr>
      <vt:lpstr>Justificativas Técnicas</vt:lpstr>
      <vt:lpstr>Orçamento Resumido Orçamento Estimado de Equipamentos</vt:lpstr>
      <vt:lpstr>Orçamento Resumido Orçamento Estimado de Mão de Obra e Custos Administrativos</vt:lpstr>
      <vt:lpstr>Por que contratar a NetWork Solution Tech</vt:lpstr>
      <vt:lpstr>Diagrama da Rede</vt:lpstr>
      <vt:lpstr>Cronograma de Implantação</vt:lpstr>
      <vt:lpstr>Obrigado pela Oportunidade!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Samuel Sobral De Freitas</dc:creator>
  <cp:lastModifiedBy>Thiago Alves</cp:lastModifiedBy>
  <cp:revision>6</cp:revision>
  <dcterms:created xsi:type="dcterms:W3CDTF">2025-06-27T21:39:12Z</dcterms:created>
  <dcterms:modified xsi:type="dcterms:W3CDTF">2025-07-08T21:48:40Z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2025-06-27T21:54:10Z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d6c183c1-60c6-4e12-9651-b58511f420ff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</Properties>
</file>