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3" r:id="rId11"/>
    <p:sldId id="267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44"/>
    <a:srgbClr val="626262"/>
    <a:srgbClr val="797979"/>
    <a:srgbClr val="B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65" autoAdjust="0"/>
  </p:normalViewPr>
  <p:slideViewPr>
    <p:cSldViewPr snapToGrid="0" snapToObjects="1"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98E5C-D410-4CD9-BE81-A0CA6CCC7B2B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7881C-3156-488B-A7F2-8B39009E7B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232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5A09-A83D-418B-A21A-EA508E10B340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9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FBA87-AE53-472E-8888-EBD542539928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5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87BF5-41BF-4599-9D69-B16A439A5613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3E13-6ECC-472A-ADE9-F5871E7729BE}" type="datetime1">
              <a:rPr lang="pt-BR" smtClean="0"/>
              <a:t>10/07/2025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42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E583-9CE0-4C1D-AA0A-14F65C73A62A}" type="datetime1">
              <a:rPr lang="pt-BR" smtClean="0"/>
              <a:t>10/07/2025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5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04D3-DCC8-4DD7-BB50-C537C339E2AA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8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718F-77BA-4713-A864-A9AA5F3805B9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8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BC355-ECDD-49AD-85F0-26911126CDAD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1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77EB8-A1E1-46D7-BCC8-579DEB593A29}" type="datetime1">
              <a:rPr lang="pt-BR" smtClean="0"/>
              <a:t>10/07/2025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5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F1F6-A69E-4B95-A532-065558395ED5}" type="datetime1">
              <a:rPr lang="pt-BR" smtClean="0"/>
              <a:t>10/07/2025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04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B5AB4-A0FB-4B43-82D5-8C85A411771B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43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CBEF-E1CD-4E17-932C-C4095DEDED34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973394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2CBEF-E1CD-4E17-932C-C4095DEDED34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7645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31C3-4920-4D0F-AE50-8D678C0CB52B}" type="datetime1">
              <a:rPr lang="pt-BR" smtClean="0"/>
              <a:t>10/07/2025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01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99DE-9E1D-4C72-A3DE-AD03299E2A39}" type="datetime1">
              <a:rPr lang="pt-BR" smtClean="0"/>
              <a:t>10/07/2025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26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D0343-C2EE-44B3-9DDF-AE96220FED4B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23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A5884-189B-4DCD-8B9F-8835EFD734D6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A92CBEF-E1CD-4E17-932C-C4095DEDED34}" type="datetime1">
              <a:rPr lang="pt-BR" smtClean="0"/>
              <a:t>10/07/2025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pt-BR"/>
              <a:t>Operador de Sistemas Computacionais em Rede, Professor Anthony, 10/07/2025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48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2595" y="1465448"/>
            <a:ext cx="6458809" cy="523221"/>
          </a:xfrm>
          <a:noFill/>
          <a:ln w="28575">
            <a:noFill/>
          </a:ln>
        </p:spPr>
        <p:txBody>
          <a:bodyPr>
            <a:noAutofit/>
          </a:bodyPr>
          <a:lstStyle/>
          <a:p>
            <a:pPr algn="ctr"/>
            <a:r>
              <a:rPr lang="pt-BR" sz="3200" i="1" noProof="0" dirty="0"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Proposta de Implantação de Rede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FAA57F3-990D-B0EA-CBED-1C91A0A4B083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A49CBE-22A1-C111-570B-5F29DECC263E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1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9EF9D5-67F7-0C61-0C0A-B07E3AA1CBE4}"/>
              </a:ext>
            </a:extLst>
          </p:cNvPr>
          <p:cNvSpPr txBox="1">
            <a:spLocks/>
          </p:cNvSpPr>
          <p:nvPr/>
        </p:nvSpPr>
        <p:spPr>
          <a:xfrm>
            <a:off x="1453985" y="2294732"/>
            <a:ext cx="6236030" cy="2268535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 anchor="b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TECHNET SOLUTIONS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471" y="1630256"/>
            <a:ext cx="3240803" cy="522790"/>
          </a:xfrm>
          <a:noFill/>
          <a:ln w="28575">
            <a:noFill/>
          </a:ln>
        </p:spPr>
        <p:txBody>
          <a:bodyPr>
            <a:noAutofit/>
          </a:bodyPr>
          <a:lstStyle/>
          <a:p>
            <a:pPr algn="ctr"/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Q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UEM SOMOS?</a:t>
            </a:r>
            <a:endParaRPr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293" y="2669628"/>
            <a:ext cx="7459413" cy="1518743"/>
          </a:xfrm>
          <a:noFill/>
          <a:ln w="28575">
            <a:noFill/>
          </a:ln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 empresa TECHNET SOLUTIONS é especializada em soluções de infraestrutura e TI. Nossa missão é oferecer redes eficientes, seguras e escaláveis para empresas em crescimento.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875D731-2948-0889-6429-99FA31513C53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solidFill>
                  <a:schemeClr val="tx1">
                    <a:lumMod val="9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E97D21-3A95-C972-A5B9-387A5593FEB7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469" y="1497287"/>
            <a:ext cx="4510909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T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OPOLOGIA</a:t>
            </a:r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</a:t>
            </a:r>
            <a:r>
              <a:rPr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R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EDE</a:t>
            </a:r>
            <a:b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6707" y="2335461"/>
            <a:ext cx="3631385" cy="2886103"/>
          </a:xfrm>
          <a:noFill/>
          <a:ln w="28575">
            <a:noFill/>
          </a:ln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22 PCs por setor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5 Laptops para diretores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2 Servidores (DHCP &amp; Web)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1 Switch (24 + 8 portas)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1 Roteador Wireless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A6D5C49-F33F-E701-8BF0-80EBF4B2D0E6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6FF15B-22DB-7D13-B277-2A164B8B05C8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2405" y="1381014"/>
            <a:ext cx="5959187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 QUE ESSA CONFIGURAÇÃO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876" y="2415448"/>
            <a:ext cx="7262247" cy="2397402"/>
          </a:xfrm>
          <a:noFill/>
          <a:ln w="28575"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Servidores Dedicados: DHCP e Web / DNS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Rede Cabeada + Wi-Fi: Flexibilidade e Mobilidade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Segmentação por Setores: Performance e Segurança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DHCP para Facilitar a Administração e Evitar Conflitos de IP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DC5169-8EFA-D930-A31F-3BE2BC807A0F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0D7D0A-F63C-61BB-A98C-264860B34564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102" y="1514366"/>
            <a:ext cx="8109795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ORÇAMENTO ESTIMADO DE EQUIPAMENTOS</a:t>
            </a:r>
            <a:endParaRPr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27" y="2528043"/>
            <a:ext cx="6509590" cy="2815591"/>
          </a:xfrm>
          <a:noFill/>
          <a:ln w="28575">
            <a:noFill/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</a:t>
            </a:r>
            <a:r>
              <a:rPr lang="pt-BR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Equipamentos: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R$ 94.000,00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</a:t>
            </a:r>
            <a:r>
              <a:rPr lang="pt-BR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Cabeamento e Materiais: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R$ 5.000,00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</a:t>
            </a:r>
            <a:r>
              <a:rPr lang="pt-BR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Licenças de Software: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R$ 4.000,00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</a:t>
            </a:r>
            <a:r>
              <a:rPr lang="pt-BR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Mão de Obra (Projeto e Instalação):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R$ 8.000,00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</a:t>
            </a:r>
            <a:r>
              <a:rPr lang="pt-BR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Total do Projeto:</a:t>
            </a: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R$  111.000,00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C5FE17-311E-CAE5-2293-6501BB248275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F994A7-A02E-E1B5-5E66-D667978B2221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328" y="1188654"/>
            <a:ext cx="6719341" cy="936183"/>
          </a:xfrm>
          <a:noFill/>
          <a:ln w="28575">
            <a:noFill/>
          </a:ln>
        </p:spPr>
        <p:txBody>
          <a:bodyPr>
            <a:noAutofit/>
          </a:bodyPr>
          <a:lstStyle/>
          <a:p>
            <a:pPr algn="ctr"/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RÇAMENTO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E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STIMADO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M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ÃO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BRA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C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USTOS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DMINISTRATIVOS</a:t>
            </a:r>
            <a:endParaRPr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328" y="2237359"/>
            <a:ext cx="6092285" cy="3667268"/>
          </a:xfrm>
          <a:noFill/>
          <a:ln w="28575"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Mão de Obra Técnica: R$ </a:t>
            </a:r>
            <a:r>
              <a:rPr lang="pt-BR" b="1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6.800,00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Custos Administrativos/Operacionais: R$ 1.200,00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Valor Total de Mão de Obra: R$ </a:t>
            </a:r>
            <a:r>
              <a:rPr lang="pt-BR" b="1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8.000,00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Valor Geral: R$ 111.000,00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Desconto de 5% à vista: R$ 5.550,00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Valor Final com Desconto: R$ 105.450,00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1330A3-3FF7-2E40-1526-A9943FDABDA9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9DCE40-7F3A-28D2-F302-CEBCC825F5F3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1468438"/>
            <a:ext cx="8676000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P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QUE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CONTRATAR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TECHNET SOLUTIONS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3600" dirty="0">
                <a:latin typeface="Segoe UI Black" panose="020B0A02040204020203" pitchFamily="34" charset="0"/>
                <a:ea typeface="Segoe UI Black" panose="020B0A02040204020203" pitchFamily="34" charset="0"/>
              </a:rPr>
              <a:t>?</a:t>
            </a:r>
            <a:endParaRPr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475" y="2385391"/>
            <a:ext cx="5164299" cy="2395331"/>
          </a:xfrm>
          <a:noFill/>
          <a:ln w="28575"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Equipe Técnica Especializada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Projeto Completo e Detalhado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Suporte antes e depois da Implantação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Compromisso com Qualidade e Inovação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8CBF3E-18FA-75D3-217D-8FE06E52429E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C75BEDD-5464-B81E-32D8-C8606C077D92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8804ED78-0448-ACD9-B15C-93C1EBE2C038}"/>
              </a:ext>
            </a:extLst>
          </p:cNvPr>
          <p:cNvSpPr txBox="1"/>
          <p:nvPr/>
        </p:nvSpPr>
        <p:spPr>
          <a:xfrm>
            <a:off x="3302265" y="1439193"/>
            <a:ext cx="2539469" cy="523220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ORÇAMENTO</a:t>
            </a:r>
            <a:endParaRPr lang="pt-BR" sz="2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E87406-95F3-D1DD-E581-EF9C3FCDCBC0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8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3125E23-9BAF-B111-7D3B-5B1869F88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21" y="2285999"/>
            <a:ext cx="8269356" cy="2365513"/>
          </a:xfrm>
          <a:prstGeom prst="rect">
            <a:avLst/>
          </a:prstGeom>
          <a:ln w="28575" cap="sq">
            <a:solidFill>
              <a:schemeClr val="bg1"/>
            </a:solidFill>
            <a:prstDash val="solid"/>
            <a:miter lim="800000"/>
          </a:ln>
          <a:effectLst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FEAFC11-1D3B-4726-F18E-827B4154DE1F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57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0F279-FCD1-F9B5-FDF5-1E4B7520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149" y="622762"/>
            <a:ext cx="3967702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lang="pt-BR" sz="28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ESTRUTURA DE REDE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37A3F3FE-BA75-0B46-63EF-9BFBCB7AB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179" y="1600200"/>
            <a:ext cx="8665642" cy="3766930"/>
          </a:xfrm>
          <a:prstGeom prst="rect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bg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475449B-9E4A-68B3-0FB4-3C7287A7F5A2}"/>
              </a:ext>
            </a:extLst>
          </p:cNvPr>
          <p:cNvSpPr txBox="1"/>
          <p:nvPr/>
        </p:nvSpPr>
        <p:spPr>
          <a:xfrm flipH="1">
            <a:off x="7912794" y="417558"/>
            <a:ext cx="353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9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53D4D9-D722-F80A-AD37-A7663398CEC5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7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041" y="1367295"/>
            <a:ext cx="6839917" cy="523220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RONOGRAMA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P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ROJETO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DE</a:t>
            </a:r>
            <a:r>
              <a:rPr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R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EDE</a:t>
            </a:r>
            <a:endParaRPr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471" y="2576372"/>
            <a:ext cx="4536152" cy="2904903"/>
          </a:xfrm>
          <a:noFill/>
          <a:ln w="28575"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Levantamento de Requisitos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Planejamento e Projeto da Rede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Aquisição e Testes de Equipamentos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Instalação e Configuração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• Validação e Entrega Final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7695CE-4A23-522C-415D-27E4E5615EF6}"/>
              </a:ext>
            </a:extLst>
          </p:cNvPr>
          <p:cNvSpPr txBox="1"/>
          <p:nvPr/>
        </p:nvSpPr>
        <p:spPr>
          <a:xfrm flipH="1">
            <a:off x="7799185" y="417558"/>
            <a:ext cx="588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AC885D-AD9F-3650-1D51-F65093C44856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3E8462-73C8-52EE-3BAC-D17C7589D910}"/>
              </a:ext>
            </a:extLst>
          </p:cNvPr>
          <p:cNvSpPr txBox="1">
            <a:spLocks/>
          </p:cNvSpPr>
          <p:nvPr/>
        </p:nvSpPr>
        <p:spPr>
          <a:xfrm>
            <a:off x="1223471" y="2185367"/>
            <a:ext cx="3059333" cy="428355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pt-BR" u="sng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EXECUÇÃO EM 5 ETAPAS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07D1-59C9-3C10-A340-3850E8743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37847182-0311-47ED-6249-1093F8989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9" y="1589663"/>
            <a:ext cx="7678222" cy="3486637"/>
          </a:xfrm>
          <a:prstGeom prst="rect">
            <a:avLst/>
          </a:prstGeom>
          <a:ln w="28575">
            <a:noFill/>
          </a:ln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1CAD585-DF5A-D767-A8CF-8657FB067414}"/>
              </a:ext>
            </a:extLst>
          </p:cNvPr>
          <p:cNvSpPr txBox="1"/>
          <p:nvPr/>
        </p:nvSpPr>
        <p:spPr>
          <a:xfrm flipH="1">
            <a:off x="7799185" y="417558"/>
            <a:ext cx="588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11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DA51BD-98F4-8F1E-BD0A-54667DB099BF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083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268" y="1363784"/>
            <a:ext cx="6871464" cy="1982778"/>
          </a:xfrm>
          <a:noFill/>
          <a:ln w="28575">
            <a:noFill/>
          </a:ln>
        </p:spPr>
        <p:txBody>
          <a:bodyPr/>
          <a:lstStyle/>
          <a:p>
            <a:pPr algn="ctr"/>
            <a:r>
              <a:rPr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O</a:t>
            </a:r>
            <a:r>
              <a:rPr lang="pt-BR"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BRIGADO</a:t>
            </a:r>
            <a:r>
              <a:rPr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 </a:t>
            </a:r>
            <a:r>
              <a:rPr lang="pt-BR"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PELA </a:t>
            </a:r>
            <a:r>
              <a:rPr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O</a:t>
            </a:r>
            <a:r>
              <a:rPr lang="pt-BR"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PORTUNIDADE</a:t>
            </a:r>
            <a:r>
              <a:rPr sz="6000" dirty="0">
                <a:latin typeface="Palatino Linotype" panose="02040502050505030304" pitchFamily="18" charset="0"/>
                <a:ea typeface="Segoe UI Black" panose="020B0A02040204020203" pitchFamily="34" charset="0"/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2189" y="4004388"/>
            <a:ext cx="3999633" cy="1331518"/>
          </a:xfrm>
          <a:noFill/>
          <a:ln w="28575">
            <a:noFill/>
          </a:ln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Contato: @technetsolutions.com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Telefone: (21) 96732-8901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1A6F64-6066-04C4-02C8-FF9A6AD29EA4}"/>
              </a:ext>
            </a:extLst>
          </p:cNvPr>
          <p:cNvSpPr txBox="1"/>
          <p:nvPr/>
        </p:nvSpPr>
        <p:spPr>
          <a:xfrm flipH="1">
            <a:off x="7799185" y="417558"/>
            <a:ext cx="588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n w="19050">
                  <a:noFill/>
                </a:ln>
                <a:latin typeface="Segoe UI Black" panose="020B0A02040204020203" pitchFamily="34" charset="0"/>
                <a:ea typeface="Segoe UI Black" panose="020B0A02040204020203" pitchFamily="34" charset="0"/>
              </a:rPr>
              <a:t>12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6F10BC-3240-5D5F-E6C6-BD040DA5BF09}"/>
              </a:ext>
            </a:extLst>
          </p:cNvPr>
          <p:cNvSpPr txBox="1"/>
          <p:nvPr/>
        </p:nvSpPr>
        <p:spPr>
          <a:xfrm>
            <a:off x="4012400" y="5752347"/>
            <a:ext cx="499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400" b="1" dirty="0">
                <a:solidFill>
                  <a:schemeClr val="tx1">
                    <a:alpha val="6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Operador de Sistemas Computacionais em Rede Professor Anthony, 10/07/2025</a:t>
            </a:r>
            <a:endParaRPr lang="en-US" sz="1400" b="1" dirty="0">
              <a:solidFill>
                <a:schemeClr val="tx1">
                  <a:alpha val="60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EE9B85D-2FFF-502E-8B03-22C66C089F1B}"/>
              </a:ext>
            </a:extLst>
          </p:cNvPr>
          <p:cNvSpPr txBox="1"/>
          <p:nvPr/>
        </p:nvSpPr>
        <p:spPr>
          <a:xfrm>
            <a:off x="1342509" y="3362893"/>
            <a:ext cx="6456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000" noProof="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ESTAMOS PRONTOS PARA TRANSFORMAR SUA REDE!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449</TotalTime>
  <Words>464</Words>
  <Application>Microsoft Office PowerPoint</Application>
  <PresentationFormat>Apresentação na tela (4:3)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Calibri</vt:lpstr>
      <vt:lpstr>Century Gothic</vt:lpstr>
      <vt:lpstr>Palatino Linotype</vt:lpstr>
      <vt:lpstr>Segoe UI Black</vt:lpstr>
      <vt:lpstr>Segoe UI Semibold</vt:lpstr>
      <vt:lpstr>Wingdings 3</vt:lpstr>
      <vt:lpstr>Íon</vt:lpstr>
      <vt:lpstr>Proposta de Implantação de Rede</vt:lpstr>
      <vt:lpstr>QUEM SOMOS?</vt:lpstr>
      <vt:lpstr>TOPOLOGIA DA REDE </vt:lpstr>
      <vt:lpstr>POR QUE ESSA CONFIGURAÇÃO?</vt:lpstr>
      <vt:lpstr>ORÇAMENTO ESTIMADO DE EQUIPAMENTOS</vt:lpstr>
      <vt:lpstr>ORÇAMENTO ESTIMADO DE MÃO DE OBRA E CUSTOS ADMINISTRATIVOS</vt:lpstr>
      <vt:lpstr>POR QUE CONTRATAR A TECHNET SOLUTIONS ?</vt:lpstr>
      <vt:lpstr>Apresentação do PowerPoint</vt:lpstr>
      <vt:lpstr>ESTRUTURA DE REDE </vt:lpstr>
      <vt:lpstr>CRONOGRAMA DO PROJETO DE REDE</vt:lpstr>
      <vt:lpstr>Apresentação do PowerPoint</vt:lpstr>
      <vt:lpstr>OBRIGADO PELA OPORTUNIDADE!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Felipe</dc:creator>
  <cp:keywords/>
  <dc:description>generated using python-pptx</dc:description>
  <cp:lastModifiedBy>Felipe Martins</cp:lastModifiedBy>
  <cp:revision>14</cp:revision>
  <dcterms:created xsi:type="dcterms:W3CDTF">2013-01-27T09:14:16Z</dcterms:created>
  <dcterms:modified xsi:type="dcterms:W3CDTF">2025-07-10T20:14:31Z</dcterms:modified>
  <cp:category/>
</cp:coreProperties>
</file>