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3" d="100"/>
          <a:sy n="33" d="100"/>
        </p:scale>
        <p:origin x="2070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08F350-F7DE-4100-9925-9DEF615FD3D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497C5BA-E64F-4BBC-94D6-A33D4D22135E}">
      <dgm:prSet/>
      <dgm:spPr/>
      <dgm:t>
        <a:bodyPr/>
        <a:lstStyle/>
        <a:p>
          <a:r>
            <a:rPr lang="en-US" dirty="0"/>
            <a:t>A NovoTech Solutions atua há 10 anos no mercado de tecnologia, especializada em montagem de redes locais, servidores e sistemas intranet corporativos.</a:t>
          </a:r>
        </a:p>
      </dgm:t>
    </dgm:pt>
    <dgm:pt modelId="{FC9E07FF-1675-4776-BF10-7B842510A52E}" type="parTrans" cxnId="{137FCCDE-4D51-476B-A498-A31BD205B7E9}">
      <dgm:prSet/>
      <dgm:spPr/>
      <dgm:t>
        <a:bodyPr/>
        <a:lstStyle/>
        <a:p>
          <a:endParaRPr lang="en-US"/>
        </a:p>
      </dgm:t>
    </dgm:pt>
    <dgm:pt modelId="{052748E9-8BDD-4E34-8E47-C5179B843569}" type="sibTrans" cxnId="{137FCCDE-4D51-476B-A498-A31BD205B7E9}">
      <dgm:prSet/>
      <dgm:spPr/>
      <dgm:t>
        <a:bodyPr/>
        <a:lstStyle/>
        <a:p>
          <a:endParaRPr lang="en-US" dirty="0"/>
        </a:p>
      </dgm:t>
    </dgm:pt>
    <dgm:pt modelId="{629EF9AC-E8B7-4C64-8C35-8583F228B377}">
      <dgm:prSet/>
      <dgm:spPr/>
      <dgm:t>
        <a:bodyPr/>
        <a:lstStyle/>
        <a:p>
          <a:r>
            <a:rPr lang="en-US" dirty="0"/>
            <a:t>Nossa missão é entregar soluções completas, seguras e eficientes para empresas modernas.</a:t>
          </a:r>
        </a:p>
      </dgm:t>
    </dgm:pt>
    <dgm:pt modelId="{4C8C1400-6692-4ADB-B31E-8C843A8A72C5}" type="parTrans" cxnId="{47F94881-FFD1-4F59-863C-EA3E0DFA0F8A}">
      <dgm:prSet/>
      <dgm:spPr/>
      <dgm:t>
        <a:bodyPr/>
        <a:lstStyle/>
        <a:p>
          <a:endParaRPr lang="en-US"/>
        </a:p>
      </dgm:t>
    </dgm:pt>
    <dgm:pt modelId="{4E2B81C6-F6FE-4F14-B2B7-7E14B0CE1DEE}" type="sibTrans" cxnId="{47F94881-FFD1-4F59-863C-EA3E0DFA0F8A}">
      <dgm:prSet/>
      <dgm:spPr/>
      <dgm:t>
        <a:bodyPr/>
        <a:lstStyle/>
        <a:p>
          <a:endParaRPr lang="en-US"/>
        </a:p>
      </dgm:t>
    </dgm:pt>
    <dgm:pt modelId="{B3EC89E9-DC28-42D8-87E4-B16AF669483B}" type="pres">
      <dgm:prSet presAssocID="{3D08F350-F7DE-4100-9925-9DEF615FD3DB}" presName="Name0" presStyleCnt="0">
        <dgm:presLayoutVars>
          <dgm:dir/>
          <dgm:resizeHandles val="exact"/>
        </dgm:presLayoutVars>
      </dgm:prSet>
      <dgm:spPr/>
    </dgm:pt>
    <dgm:pt modelId="{277F9581-F8E5-4492-90AC-40AD85325846}" type="pres">
      <dgm:prSet presAssocID="{9497C5BA-E64F-4BBC-94D6-A33D4D22135E}" presName="node" presStyleLbl="node1" presStyleIdx="0" presStyleCnt="2">
        <dgm:presLayoutVars>
          <dgm:bulletEnabled val="1"/>
        </dgm:presLayoutVars>
      </dgm:prSet>
      <dgm:spPr/>
    </dgm:pt>
    <dgm:pt modelId="{00F194E5-5A34-439C-A7CC-7F39D12A17C0}" type="pres">
      <dgm:prSet presAssocID="{052748E9-8BDD-4E34-8E47-C5179B843569}" presName="sibTrans" presStyleLbl="sibTrans1D1" presStyleIdx="0" presStyleCnt="1"/>
      <dgm:spPr/>
    </dgm:pt>
    <dgm:pt modelId="{B16282F6-2D2C-4AAE-BEFE-DC55406D6DBD}" type="pres">
      <dgm:prSet presAssocID="{052748E9-8BDD-4E34-8E47-C5179B843569}" presName="connectorText" presStyleLbl="sibTrans1D1" presStyleIdx="0" presStyleCnt="1"/>
      <dgm:spPr/>
    </dgm:pt>
    <dgm:pt modelId="{07F5EC97-B682-443A-952C-83A41B750D7C}" type="pres">
      <dgm:prSet presAssocID="{629EF9AC-E8B7-4C64-8C35-8583F228B377}" presName="node" presStyleLbl="node1" presStyleIdx="1" presStyleCnt="2">
        <dgm:presLayoutVars>
          <dgm:bulletEnabled val="1"/>
        </dgm:presLayoutVars>
      </dgm:prSet>
      <dgm:spPr/>
    </dgm:pt>
  </dgm:ptLst>
  <dgm:cxnLst>
    <dgm:cxn modelId="{F1268311-F8D3-4B01-82FC-021B31CE9FB8}" type="presOf" srcId="{9497C5BA-E64F-4BBC-94D6-A33D4D22135E}" destId="{277F9581-F8E5-4492-90AC-40AD85325846}" srcOrd="0" destOrd="0" presId="urn:microsoft.com/office/officeart/2016/7/layout/RepeatingBendingProcessNew"/>
    <dgm:cxn modelId="{D03E9454-A38C-4C47-AC4F-087EE802A841}" type="presOf" srcId="{629EF9AC-E8B7-4C64-8C35-8583F228B377}" destId="{07F5EC97-B682-443A-952C-83A41B750D7C}" srcOrd="0" destOrd="0" presId="urn:microsoft.com/office/officeart/2016/7/layout/RepeatingBendingProcessNew"/>
    <dgm:cxn modelId="{8C96B376-CC7F-44DB-B2A4-A593DDCE7731}" type="presOf" srcId="{052748E9-8BDD-4E34-8E47-C5179B843569}" destId="{B16282F6-2D2C-4AAE-BEFE-DC55406D6DBD}" srcOrd="1" destOrd="0" presId="urn:microsoft.com/office/officeart/2016/7/layout/RepeatingBendingProcessNew"/>
    <dgm:cxn modelId="{47F94881-FFD1-4F59-863C-EA3E0DFA0F8A}" srcId="{3D08F350-F7DE-4100-9925-9DEF615FD3DB}" destId="{629EF9AC-E8B7-4C64-8C35-8583F228B377}" srcOrd="1" destOrd="0" parTransId="{4C8C1400-6692-4ADB-B31E-8C843A8A72C5}" sibTransId="{4E2B81C6-F6FE-4F14-B2B7-7E14B0CE1DEE}"/>
    <dgm:cxn modelId="{567E3E8F-3A52-479C-8B31-A187131770CA}" type="presOf" srcId="{3D08F350-F7DE-4100-9925-9DEF615FD3DB}" destId="{B3EC89E9-DC28-42D8-87E4-B16AF669483B}" srcOrd="0" destOrd="0" presId="urn:microsoft.com/office/officeart/2016/7/layout/RepeatingBendingProcessNew"/>
    <dgm:cxn modelId="{AD71A9A1-DCA0-4796-9928-7BA49F9C0F72}" type="presOf" srcId="{052748E9-8BDD-4E34-8E47-C5179B843569}" destId="{00F194E5-5A34-439C-A7CC-7F39D12A17C0}" srcOrd="0" destOrd="0" presId="urn:microsoft.com/office/officeart/2016/7/layout/RepeatingBendingProcessNew"/>
    <dgm:cxn modelId="{137FCCDE-4D51-476B-A498-A31BD205B7E9}" srcId="{3D08F350-F7DE-4100-9925-9DEF615FD3DB}" destId="{9497C5BA-E64F-4BBC-94D6-A33D4D22135E}" srcOrd="0" destOrd="0" parTransId="{FC9E07FF-1675-4776-BF10-7B842510A52E}" sibTransId="{052748E9-8BDD-4E34-8E47-C5179B843569}"/>
    <dgm:cxn modelId="{A5E2B396-5991-4A56-BB15-70AEC9F84CF1}" type="presParOf" srcId="{B3EC89E9-DC28-42D8-87E4-B16AF669483B}" destId="{277F9581-F8E5-4492-90AC-40AD85325846}" srcOrd="0" destOrd="0" presId="urn:microsoft.com/office/officeart/2016/7/layout/RepeatingBendingProcessNew"/>
    <dgm:cxn modelId="{1AF08D33-2854-43B9-B5E9-761FCD38F8B0}" type="presParOf" srcId="{B3EC89E9-DC28-42D8-87E4-B16AF669483B}" destId="{00F194E5-5A34-439C-A7CC-7F39D12A17C0}" srcOrd="1" destOrd="0" presId="urn:microsoft.com/office/officeart/2016/7/layout/RepeatingBendingProcessNew"/>
    <dgm:cxn modelId="{17104FF4-542A-4BA9-B386-C32260420ADA}" type="presParOf" srcId="{00F194E5-5A34-439C-A7CC-7F39D12A17C0}" destId="{B16282F6-2D2C-4AAE-BEFE-DC55406D6DBD}" srcOrd="0" destOrd="0" presId="urn:microsoft.com/office/officeart/2016/7/layout/RepeatingBendingProcessNew"/>
    <dgm:cxn modelId="{DD5C8A96-0976-4D65-9392-DF1877E65C2E}" type="presParOf" srcId="{B3EC89E9-DC28-42D8-87E4-B16AF669483B}" destId="{07F5EC97-B682-443A-952C-83A41B750D7C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30DF41-5FDA-46BB-9B95-357B6C5870E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3C44661-FA09-4AEA-8D9E-0D1C2FA884F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22 Computadores</a:t>
          </a:r>
        </a:p>
      </dgm:t>
    </dgm:pt>
    <dgm:pt modelId="{89CA37C6-F188-4F4D-A7B9-ED271DE2CEA5}" type="parTrans" cxnId="{D4F36AAA-81CD-41FB-8781-6A6FE8D8854A}">
      <dgm:prSet/>
      <dgm:spPr/>
      <dgm:t>
        <a:bodyPr/>
        <a:lstStyle/>
        <a:p>
          <a:endParaRPr lang="en-US"/>
        </a:p>
      </dgm:t>
    </dgm:pt>
    <dgm:pt modelId="{DE27B082-37A9-4DA1-AC50-F1882D44C276}" type="sibTrans" cxnId="{D4F36AAA-81CD-41FB-8781-6A6FE8D8854A}">
      <dgm:prSet/>
      <dgm:spPr/>
      <dgm:t>
        <a:bodyPr/>
        <a:lstStyle/>
        <a:p>
          <a:endParaRPr lang="en-US"/>
        </a:p>
      </dgm:t>
    </dgm:pt>
    <dgm:pt modelId="{AD8A7F62-2B27-4997-9174-A297312067E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6 Laptops</a:t>
          </a:r>
        </a:p>
      </dgm:t>
    </dgm:pt>
    <dgm:pt modelId="{12B82B8D-E843-4A6F-8647-1164BF20F1AC}" type="parTrans" cxnId="{14AE4C03-9D73-4D6D-829B-32666A9CC0DC}">
      <dgm:prSet/>
      <dgm:spPr/>
      <dgm:t>
        <a:bodyPr/>
        <a:lstStyle/>
        <a:p>
          <a:endParaRPr lang="en-US"/>
        </a:p>
      </dgm:t>
    </dgm:pt>
    <dgm:pt modelId="{DDECAFCC-19D1-43D3-B078-9D582CC1D953}" type="sibTrans" cxnId="{14AE4C03-9D73-4D6D-829B-32666A9CC0DC}">
      <dgm:prSet/>
      <dgm:spPr/>
      <dgm:t>
        <a:bodyPr/>
        <a:lstStyle/>
        <a:p>
          <a:endParaRPr lang="en-US"/>
        </a:p>
      </dgm:t>
    </dgm:pt>
    <dgm:pt modelId="{4E87F400-C339-4E97-85B7-EF3D990D27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1 Servidor DHCP</a:t>
          </a:r>
        </a:p>
      </dgm:t>
    </dgm:pt>
    <dgm:pt modelId="{BD0E627D-52C2-4313-8DC0-9B7178BB5F73}" type="parTrans" cxnId="{E4A48611-652E-462F-B967-244E4272D1F8}">
      <dgm:prSet/>
      <dgm:spPr/>
      <dgm:t>
        <a:bodyPr/>
        <a:lstStyle/>
        <a:p>
          <a:endParaRPr lang="en-US"/>
        </a:p>
      </dgm:t>
    </dgm:pt>
    <dgm:pt modelId="{BDEC7C8D-B6EA-4129-BA00-EDD51ED8D26D}" type="sibTrans" cxnId="{E4A48611-652E-462F-B967-244E4272D1F8}">
      <dgm:prSet/>
      <dgm:spPr/>
      <dgm:t>
        <a:bodyPr/>
        <a:lstStyle/>
        <a:p>
          <a:endParaRPr lang="en-US"/>
        </a:p>
      </dgm:t>
    </dgm:pt>
    <dgm:pt modelId="{B153FA16-D0E1-4AA4-98A3-40DB5B22BB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1 Servidor Web</a:t>
          </a:r>
        </a:p>
      </dgm:t>
    </dgm:pt>
    <dgm:pt modelId="{5C8EBC34-4D44-470A-8E76-7FB6F1E510CA}" type="parTrans" cxnId="{B19AEB60-99A9-498B-97D4-39618534BC67}">
      <dgm:prSet/>
      <dgm:spPr/>
      <dgm:t>
        <a:bodyPr/>
        <a:lstStyle/>
        <a:p>
          <a:endParaRPr lang="en-US"/>
        </a:p>
      </dgm:t>
    </dgm:pt>
    <dgm:pt modelId="{C29CB90B-ACC5-4598-8890-E8967042705D}" type="sibTrans" cxnId="{B19AEB60-99A9-498B-97D4-39618534BC67}">
      <dgm:prSet/>
      <dgm:spPr/>
      <dgm:t>
        <a:bodyPr/>
        <a:lstStyle/>
        <a:p>
          <a:endParaRPr lang="en-US"/>
        </a:p>
      </dgm:t>
    </dgm:pt>
    <dgm:pt modelId="{6548B493-25A1-4569-9A1B-32F1911A4EC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Cabeamento Estruturado</a:t>
          </a:r>
        </a:p>
      </dgm:t>
    </dgm:pt>
    <dgm:pt modelId="{87BE23B7-2F6B-4BF3-9A9A-0BE2C2C815FF}" type="parTrans" cxnId="{73A477BF-C8C9-4D06-BCE2-09503C41A54D}">
      <dgm:prSet/>
      <dgm:spPr/>
      <dgm:t>
        <a:bodyPr/>
        <a:lstStyle/>
        <a:p>
          <a:endParaRPr lang="en-US"/>
        </a:p>
      </dgm:t>
    </dgm:pt>
    <dgm:pt modelId="{88782792-EE24-46BB-8128-4B394EA734FF}" type="sibTrans" cxnId="{73A477BF-C8C9-4D06-BCE2-09503C41A54D}">
      <dgm:prSet/>
      <dgm:spPr/>
      <dgm:t>
        <a:bodyPr/>
        <a:lstStyle/>
        <a:p>
          <a:endParaRPr lang="en-US"/>
        </a:p>
      </dgm:t>
    </dgm:pt>
    <dgm:pt modelId="{2AD16668-48E8-47A3-92D3-4DED2A881AE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Switches e Roteadores</a:t>
          </a:r>
        </a:p>
      </dgm:t>
    </dgm:pt>
    <dgm:pt modelId="{FC18E7C9-7B98-4A53-9F71-A5978BCBF555}" type="parTrans" cxnId="{D7A7B2F3-16C6-4AA7-ABD1-A5645AEC5834}">
      <dgm:prSet/>
      <dgm:spPr/>
      <dgm:t>
        <a:bodyPr/>
        <a:lstStyle/>
        <a:p>
          <a:endParaRPr lang="en-US"/>
        </a:p>
      </dgm:t>
    </dgm:pt>
    <dgm:pt modelId="{3B555F0C-2F12-4B98-9A46-2F46DEBB6A23}" type="sibTrans" cxnId="{D7A7B2F3-16C6-4AA7-ABD1-A5645AEC5834}">
      <dgm:prSet/>
      <dgm:spPr/>
      <dgm:t>
        <a:bodyPr/>
        <a:lstStyle/>
        <a:p>
          <a:endParaRPr lang="en-US"/>
        </a:p>
      </dgm:t>
    </dgm:pt>
    <dgm:pt modelId="{39CC957F-4A47-4BA7-9763-6BE52C36EA3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• Wi-Fi Corporativo</a:t>
          </a:r>
        </a:p>
      </dgm:t>
    </dgm:pt>
    <dgm:pt modelId="{A15F5F50-375B-4391-9B93-3886FAC50410}" type="parTrans" cxnId="{6D6999D7-A14D-4879-8D1C-5E1C856236E2}">
      <dgm:prSet/>
      <dgm:spPr/>
      <dgm:t>
        <a:bodyPr/>
        <a:lstStyle/>
        <a:p>
          <a:endParaRPr lang="en-US"/>
        </a:p>
      </dgm:t>
    </dgm:pt>
    <dgm:pt modelId="{C94423D9-66BF-4677-B823-FAB6ECCF2D1C}" type="sibTrans" cxnId="{6D6999D7-A14D-4879-8D1C-5E1C856236E2}">
      <dgm:prSet/>
      <dgm:spPr/>
      <dgm:t>
        <a:bodyPr/>
        <a:lstStyle/>
        <a:p>
          <a:endParaRPr lang="en-US"/>
        </a:p>
      </dgm:t>
    </dgm:pt>
    <dgm:pt modelId="{2AE2131D-A723-4E80-A545-2FB95F457C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Topologia com segmentação por setores, performance e segurança.</a:t>
          </a:r>
        </a:p>
      </dgm:t>
    </dgm:pt>
    <dgm:pt modelId="{F6950AEB-E9DF-4758-81E1-2A0F11882781}" type="parTrans" cxnId="{74387218-4361-4C36-8F28-A279B36F18A0}">
      <dgm:prSet/>
      <dgm:spPr/>
      <dgm:t>
        <a:bodyPr/>
        <a:lstStyle/>
        <a:p>
          <a:endParaRPr lang="en-US"/>
        </a:p>
      </dgm:t>
    </dgm:pt>
    <dgm:pt modelId="{BE0336A4-7508-4399-B1D6-A3F78B1D2049}" type="sibTrans" cxnId="{74387218-4361-4C36-8F28-A279B36F18A0}">
      <dgm:prSet/>
      <dgm:spPr/>
      <dgm:t>
        <a:bodyPr/>
        <a:lstStyle/>
        <a:p>
          <a:endParaRPr lang="en-US"/>
        </a:p>
      </dgm:t>
    </dgm:pt>
    <dgm:pt modelId="{5D3BF780-75C4-41F0-97C0-8DF498346BF3}" type="pres">
      <dgm:prSet presAssocID="{3C30DF41-5FDA-46BB-9B95-357B6C5870E0}" presName="root" presStyleCnt="0">
        <dgm:presLayoutVars>
          <dgm:dir/>
          <dgm:resizeHandles val="exact"/>
        </dgm:presLayoutVars>
      </dgm:prSet>
      <dgm:spPr/>
    </dgm:pt>
    <dgm:pt modelId="{EC8709A4-DE3F-46FD-BD78-364E30F77915}" type="pres">
      <dgm:prSet presAssocID="{93C44661-FA09-4AEA-8D9E-0D1C2FA884F3}" presName="compNode" presStyleCnt="0"/>
      <dgm:spPr/>
    </dgm:pt>
    <dgm:pt modelId="{0917C0CB-CBAB-4FF0-9B7D-EBDB68DF13D1}" type="pres">
      <dgm:prSet presAssocID="{93C44661-FA09-4AEA-8D9E-0D1C2FA884F3}" presName="iconBgRect" presStyleLbl="bgShp" presStyleIdx="0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F38D955D-4175-415A-9C58-6D51CB029775}" type="pres">
      <dgm:prSet presAssocID="{93C44661-FA09-4AEA-8D9E-0D1C2FA884F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758F9E24-CA79-4DE7-B2E1-BD65735EDF96}" type="pres">
      <dgm:prSet presAssocID="{93C44661-FA09-4AEA-8D9E-0D1C2FA884F3}" presName="spaceRect" presStyleCnt="0"/>
      <dgm:spPr/>
    </dgm:pt>
    <dgm:pt modelId="{61A018B9-E5AF-43DD-9BA2-55F2E3883087}" type="pres">
      <dgm:prSet presAssocID="{93C44661-FA09-4AEA-8D9E-0D1C2FA884F3}" presName="textRect" presStyleLbl="revTx" presStyleIdx="0" presStyleCnt="8">
        <dgm:presLayoutVars>
          <dgm:chMax val="1"/>
          <dgm:chPref val="1"/>
        </dgm:presLayoutVars>
      </dgm:prSet>
      <dgm:spPr/>
    </dgm:pt>
    <dgm:pt modelId="{84F90EBF-8C9C-435D-B94D-F180CA56A0D4}" type="pres">
      <dgm:prSet presAssocID="{DE27B082-37A9-4DA1-AC50-F1882D44C276}" presName="sibTrans" presStyleCnt="0"/>
      <dgm:spPr/>
    </dgm:pt>
    <dgm:pt modelId="{13D8BFAD-8D6A-41B9-8E6E-26B64229BAA8}" type="pres">
      <dgm:prSet presAssocID="{AD8A7F62-2B27-4997-9174-A297312067E2}" presName="compNode" presStyleCnt="0"/>
      <dgm:spPr/>
    </dgm:pt>
    <dgm:pt modelId="{28D97139-E3D0-4FF2-8FE2-B45138ADCD79}" type="pres">
      <dgm:prSet presAssocID="{AD8A7F62-2B27-4997-9174-A297312067E2}" presName="iconBgRect" presStyleLbl="bgShp" presStyleIdx="1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2D8D92D9-1366-4DF2-BA43-17B3F250D513}" type="pres">
      <dgm:prSet presAssocID="{AD8A7F62-2B27-4997-9174-A297312067E2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DA8E599D-259F-4B24-BE37-B39172F42840}" type="pres">
      <dgm:prSet presAssocID="{AD8A7F62-2B27-4997-9174-A297312067E2}" presName="spaceRect" presStyleCnt="0"/>
      <dgm:spPr/>
    </dgm:pt>
    <dgm:pt modelId="{8E7C5F51-5DDD-49A9-A57B-EB5F5B134955}" type="pres">
      <dgm:prSet presAssocID="{AD8A7F62-2B27-4997-9174-A297312067E2}" presName="textRect" presStyleLbl="revTx" presStyleIdx="1" presStyleCnt="8">
        <dgm:presLayoutVars>
          <dgm:chMax val="1"/>
          <dgm:chPref val="1"/>
        </dgm:presLayoutVars>
      </dgm:prSet>
      <dgm:spPr/>
    </dgm:pt>
    <dgm:pt modelId="{431234CF-C961-40C2-BD4B-35C5464B5671}" type="pres">
      <dgm:prSet presAssocID="{DDECAFCC-19D1-43D3-B078-9D582CC1D953}" presName="sibTrans" presStyleCnt="0"/>
      <dgm:spPr/>
    </dgm:pt>
    <dgm:pt modelId="{F6D6CEE8-2576-4599-A762-36087738469B}" type="pres">
      <dgm:prSet presAssocID="{4E87F400-C339-4E97-85B7-EF3D990D278B}" presName="compNode" presStyleCnt="0"/>
      <dgm:spPr/>
    </dgm:pt>
    <dgm:pt modelId="{A71784DB-BF8B-4464-A274-9EDA611AD5AA}" type="pres">
      <dgm:prSet presAssocID="{4E87F400-C339-4E97-85B7-EF3D990D278B}" presName="iconBgRect" presStyleLbl="bgShp" presStyleIdx="2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B4CE0627-6811-4E3D-89F7-E4CC388BFA93}" type="pres">
      <dgm:prSet presAssocID="{4E87F400-C339-4E97-85B7-EF3D990D278B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41761BCA-F5FC-458C-863B-0229E5DDF853}" type="pres">
      <dgm:prSet presAssocID="{4E87F400-C339-4E97-85B7-EF3D990D278B}" presName="spaceRect" presStyleCnt="0"/>
      <dgm:spPr/>
    </dgm:pt>
    <dgm:pt modelId="{D33A2947-C913-4CDD-BF63-53542BC51C08}" type="pres">
      <dgm:prSet presAssocID="{4E87F400-C339-4E97-85B7-EF3D990D278B}" presName="textRect" presStyleLbl="revTx" presStyleIdx="2" presStyleCnt="8">
        <dgm:presLayoutVars>
          <dgm:chMax val="1"/>
          <dgm:chPref val="1"/>
        </dgm:presLayoutVars>
      </dgm:prSet>
      <dgm:spPr/>
    </dgm:pt>
    <dgm:pt modelId="{7AF4E38F-D915-4D6A-9D4B-D87A5991E828}" type="pres">
      <dgm:prSet presAssocID="{BDEC7C8D-B6EA-4129-BA00-EDD51ED8D26D}" presName="sibTrans" presStyleCnt="0"/>
      <dgm:spPr/>
    </dgm:pt>
    <dgm:pt modelId="{DAF06725-B623-4067-8E2F-457429467BD6}" type="pres">
      <dgm:prSet presAssocID="{B153FA16-D0E1-4AA4-98A3-40DB5B22BB90}" presName="compNode" presStyleCnt="0"/>
      <dgm:spPr/>
    </dgm:pt>
    <dgm:pt modelId="{68777B55-8976-431D-AFF8-9316A5306E2D}" type="pres">
      <dgm:prSet presAssocID="{B153FA16-D0E1-4AA4-98A3-40DB5B22BB90}" presName="iconBgRect" presStyleLbl="bgShp" presStyleIdx="3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CE3C1AD8-F6D8-49EC-A1C8-C2C2C123B359}" type="pres">
      <dgm:prSet presAssocID="{B153FA16-D0E1-4AA4-98A3-40DB5B22BB90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22A07334-AE7F-41ED-BD21-0DEF4E3065F9}" type="pres">
      <dgm:prSet presAssocID="{B153FA16-D0E1-4AA4-98A3-40DB5B22BB90}" presName="spaceRect" presStyleCnt="0"/>
      <dgm:spPr/>
    </dgm:pt>
    <dgm:pt modelId="{7A8D4E55-50B0-470D-A1A6-FCF53D118B59}" type="pres">
      <dgm:prSet presAssocID="{B153FA16-D0E1-4AA4-98A3-40DB5B22BB90}" presName="textRect" presStyleLbl="revTx" presStyleIdx="3" presStyleCnt="8">
        <dgm:presLayoutVars>
          <dgm:chMax val="1"/>
          <dgm:chPref val="1"/>
        </dgm:presLayoutVars>
      </dgm:prSet>
      <dgm:spPr/>
    </dgm:pt>
    <dgm:pt modelId="{479AABC6-4D86-4863-8166-72CA39F508EB}" type="pres">
      <dgm:prSet presAssocID="{C29CB90B-ACC5-4598-8890-E8967042705D}" presName="sibTrans" presStyleCnt="0"/>
      <dgm:spPr/>
    </dgm:pt>
    <dgm:pt modelId="{F1F82C7C-FB56-4B9B-9F68-8227BCD4D580}" type="pres">
      <dgm:prSet presAssocID="{6548B493-25A1-4569-9A1B-32F1911A4ECC}" presName="compNode" presStyleCnt="0"/>
      <dgm:spPr/>
    </dgm:pt>
    <dgm:pt modelId="{D0F11E77-5EB4-425C-BE52-F01733BF7759}" type="pres">
      <dgm:prSet presAssocID="{6548B493-25A1-4569-9A1B-32F1911A4ECC}" presName="iconBgRect" presStyleLbl="bgShp" presStyleIdx="4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6C109EFD-642A-4EF9-B121-ED01E1DA72F1}" type="pres">
      <dgm:prSet presAssocID="{6548B493-25A1-4569-9A1B-32F1911A4ECC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9796DDA8-FF48-4B41-BF53-32727BB2442A}" type="pres">
      <dgm:prSet presAssocID="{6548B493-25A1-4569-9A1B-32F1911A4ECC}" presName="spaceRect" presStyleCnt="0"/>
      <dgm:spPr/>
    </dgm:pt>
    <dgm:pt modelId="{AEE9F7D0-DAA1-4CC5-B2FF-4F314F7618B5}" type="pres">
      <dgm:prSet presAssocID="{6548B493-25A1-4569-9A1B-32F1911A4ECC}" presName="textRect" presStyleLbl="revTx" presStyleIdx="4" presStyleCnt="8">
        <dgm:presLayoutVars>
          <dgm:chMax val="1"/>
          <dgm:chPref val="1"/>
        </dgm:presLayoutVars>
      </dgm:prSet>
      <dgm:spPr/>
    </dgm:pt>
    <dgm:pt modelId="{1087A4CA-0451-41CC-AE1D-5F53382AF065}" type="pres">
      <dgm:prSet presAssocID="{88782792-EE24-46BB-8128-4B394EA734FF}" presName="sibTrans" presStyleCnt="0"/>
      <dgm:spPr/>
    </dgm:pt>
    <dgm:pt modelId="{282BE6C0-7994-4C64-B6E7-34538FFD47F5}" type="pres">
      <dgm:prSet presAssocID="{2AD16668-48E8-47A3-92D3-4DED2A881AE9}" presName="compNode" presStyleCnt="0"/>
      <dgm:spPr/>
    </dgm:pt>
    <dgm:pt modelId="{DB22AD61-DE5E-48C3-A246-CDF4AFA78F76}" type="pres">
      <dgm:prSet presAssocID="{2AD16668-48E8-47A3-92D3-4DED2A881AE9}" presName="iconBgRect" presStyleLbl="bgShp" presStyleIdx="5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159E79D0-EFF3-49E3-801B-DF42DCCC70BC}" type="pres">
      <dgm:prSet presAssocID="{2AD16668-48E8-47A3-92D3-4DED2A881AE9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0342745-827A-49F1-9751-FA5674DD6E09}" type="pres">
      <dgm:prSet presAssocID="{2AD16668-48E8-47A3-92D3-4DED2A881AE9}" presName="spaceRect" presStyleCnt="0"/>
      <dgm:spPr/>
    </dgm:pt>
    <dgm:pt modelId="{E4EF332F-A3F7-4BA3-A4D1-893F1E1A2A95}" type="pres">
      <dgm:prSet presAssocID="{2AD16668-48E8-47A3-92D3-4DED2A881AE9}" presName="textRect" presStyleLbl="revTx" presStyleIdx="5" presStyleCnt="8">
        <dgm:presLayoutVars>
          <dgm:chMax val="1"/>
          <dgm:chPref val="1"/>
        </dgm:presLayoutVars>
      </dgm:prSet>
      <dgm:spPr/>
    </dgm:pt>
    <dgm:pt modelId="{663DD6C3-D962-4FB2-A8DF-23C6A5EFFE39}" type="pres">
      <dgm:prSet presAssocID="{3B555F0C-2F12-4B98-9A46-2F46DEBB6A23}" presName="sibTrans" presStyleCnt="0"/>
      <dgm:spPr/>
    </dgm:pt>
    <dgm:pt modelId="{4C1EE8AA-4163-4363-A453-98CD8B6412AA}" type="pres">
      <dgm:prSet presAssocID="{39CC957F-4A47-4BA7-9763-6BE52C36EA3E}" presName="compNode" presStyleCnt="0"/>
      <dgm:spPr/>
    </dgm:pt>
    <dgm:pt modelId="{C60C09BF-EA1E-4066-8E1C-3024025801CC}" type="pres">
      <dgm:prSet presAssocID="{39CC957F-4A47-4BA7-9763-6BE52C36EA3E}" presName="iconBgRect" presStyleLbl="bgShp" presStyleIdx="6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DDED0913-6A08-4ED5-A39F-89B94421292E}" type="pres">
      <dgm:prSet presAssocID="{39CC957F-4A47-4BA7-9763-6BE52C36EA3E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F4B17321-E4DC-4F8F-9541-FA6AC46244D7}" type="pres">
      <dgm:prSet presAssocID="{39CC957F-4A47-4BA7-9763-6BE52C36EA3E}" presName="spaceRect" presStyleCnt="0"/>
      <dgm:spPr/>
    </dgm:pt>
    <dgm:pt modelId="{596F65A0-3702-4CB7-B206-F401F781B0BC}" type="pres">
      <dgm:prSet presAssocID="{39CC957F-4A47-4BA7-9763-6BE52C36EA3E}" presName="textRect" presStyleLbl="revTx" presStyleIdx="6" presStyleCnt="8">
        <dgm:presLayoutVars>
          <dgm:chMax val="1"/>
          <dgm:chPref val="1"/>
        </dgm:presLayoutVars>
      </dgm:prSet>
      <dgm:spPr/>
    </dgm:pt>
    <dgm:pt modelId="{C74F0508-D07D-4D04-8E1E-4FA7D692E027}" type="pres">
      <dgm:prSet presAssocID="{C94423D9-66BF-4677-B823-FAB6ECCF2D1C}" presName="sibTrans" presStyleCnt="0"/>
      <dgm:spPr/>
    </dgm:pt>
    <dgm:pt modelId="{D628ECB3-BFC9-4B46-ADF9-E096BD4943CA}" type="pres">
      <dgm:prSet presAssocID="{2AE2131D-A723-4E80-A545-2FB95F457C11}" presName="compNode" presStyleCnt="0"/>
      <dgm:spPr/>
    </dgm:pt>
    <dgm:pt modelId="{AFF8A287-C8E6-4CA5-9218-2A05FAD78A0E}" type="pres">
      <dgm:prSet presAssocID="{2AE2131D-A723-4E80-A545-2FB95F457C11}" presName="iconBgRect" presStyleLbl="bgShp" presStyleIdx="7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AB5246F0-8B70-49BE-A39A-29CBD5D7E43D}" type="pres">
      <dgm:prSet presAssocID="{2AE2131D-A723-4E80-A545-2FB95F457C11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e"/>
        </a:ext>
      </dgm:extLst>
    </dgm:pt>
    <dgm:pt modelId="{0195257E-9188-41A7-8424-E8E3BC75DD57}" type="pres">
      <dgm:prSet presAssocID="{2AE2131D-A723-4E80-A545-2FB95F457C11}" presName="spaceRect" presStyleCnt="0"/>
      <dgm:spPr/>
    </dgm:pt>
    <dgm:pt modelId="{BE1FB293-41C2-4EDD-90AE-0BE081A60718}" type="pres">
      <dgm:prSet presAssocID="{2AE2131D-A723-4E80-A545-2FB95F457C11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B7C9B702-1D3D-4F16-B4C2-AF717671DC13}" type="presOf" srcId="{AD8A7F62-2B27-4997-9174-A297312067E2}" destId="{8E7C5F51-5DDD-49A9-A57B-EB5F5B134955}" srcOrd="0" destOrd="0" presId="urn:microsoft.com/office/officeart/2018/5/layout/IconLeafLabelList"/>
    <dgm:cxn modelId="{14AE4C03-9D73-4D6D-829B-32666A9CC0DC}" srcId="{3C30DF41-5FDA-46BB-9B95-357B6C5870E0}" destId="{AD8A7F62-2B27-4997-9174-A297312067E2}" srcOrd="1" destOrd="0" parTransId="{12B82B8D-E843-4A6F-8647-1164BF20F1AC}" sibTransId="{DDECAFCC-19D1-43D3-B078-9D582CC1D953}"/>
    <dgm:cxn modelId="{E4A48611-652E-462F-B967-244E4272D1F8}" srcId="{3C30DF41-5FDA-46BB-9B95-357B6C5870E0}" destId="{4E87F400-C339-4E97-85B7-EF3D990D278B}" srcOrd="2" destOrd="0" parTransId="{BD0E627D-52C2-4313-8DC0-9B7178BB5F73}" sibTransId="{BDEC7C8D-B6EA-4129-BA00-EDD51ED8D26D}"/>
    <dgm:cxn modelId="{74387218-4361-4C36-8F28-A279B36F18A0}" srcId="{3C30DF41-5FDA-46BB-9B95-357B6C5870E0}" destId="{2AE2131D-A723-4E80-A545-2FB95F457C11}" srcOrd="7" destOrd="0" parTransId="{F6950AEB-E9DF-4758-81E1-2A0F11882781}" sibTransId="{BE0336A4-7508-4399-B1D6-A3F78B1D2049}"/>
    <dgm:cxn modelId="{B19AEB60-99A9-498B-97D4-39618534BC67}" srcId="{3C30DF41-5FDA-46BB-9B95-357B6C5870E0}" destId="{B153FA16-D0E1-4AA4-98A3-40DB5B22BB90}" srcOrd="3" destOrd="0" parTransId="{5C8EBC34-4D44-470A-8E76-7FB6F1E510CA}" sibTransId="{C29CB90B-ACC5-4598-8890-E8967042705D}"/>
    <dgm:cxn modelId="{AAD19D52-BE6E-4B20-8D92-6BA7D91BD0B7}" type="presOf" srcId="{39CC957F-4A47-4BA7-9763-6BE52C36EA3E}" destId="{596F65A0-3702-4CB7-B206-F401F781B0BC}" srcOrd="0" destOrd="0" presId="urn:microsoft.com/office/officeart/2018/5/layout/IconLeafLabelList"/>
    <dgm:cxn modelId="{EF7AF456-E9E9-4084-97FC-9F1712335B84}" type="presOf" srcId="{93C44661-FA09-4AEA-8D9E-0D1C2FA884F3}" destId="{61A018B9-E5AF-43DD-9BA2-55F2E3883087}" srcOrd="0" destOrd="0" presId="urn:microsoft.com/office/officeart/2018/5/layout/IconLeafLabelList"/>
    <dgm:cxn modelId="{60144E5A-8A8C-4966-9605-3D40BABD47AE}" type="presOf" srcId="{6548B493-25A1-4569-9A1B-32F1911A4ECC}" destId="{AEE9F7D0-DAA1-4CC5-B2FF-4F314F7618B5}" srcOrd="0" destOrd="0" presId="urn:microsoft.com/office/officeart/2018/5/layout/IconLeafLabelList"/>
    <dgm:cxn modelId="{9A20DC83-E8B6-4135-8E54-9F30B9D3721C}" type="presOf" srcId="{3C30DF41-5FDA-46BB-9B95-357B6C5870E0}" destId="{5D3BF780-75C4-41F0-97C0-8DF498346BF3}" srcOrd="0" destOrd="0" presId="urn:microsoft.com/office/officeart/2018/5/layout/IconLeafLabelList"/>
    <dgm:cxn modelId="{6A5BA884-7362-426C-9C2A-53FD7558A9D5}" type="presOf" srcId="{4E87F400-C339-4E97-85B7-EF3D990D278B}" destId="{D33A2947-C913-4CDD-BF63-53542BC51C08}" srcOrd="0" destOrd="0" presId="urn:microsoft.com/office/officeart/2018/5/layout/IconLeafLabelList"/>
    <dgm:cxn modelId="{8F6FEAA7-999E-4B85-AB1A-A244F4D7428F}" type="presOf" srcId="{B153FA16-D0E1-4AA4-98A3-40DB5B22BB90}" destId="{7A8D4E55-50B0-470D-A1A6-FCF53D118B59}" srcOrd="0" destOrd="0" presId="urn:microsoft.com/office/officeart/2018/5/layout/IconLeafLabelList"/>
    <dgm:cxn modelId="{D4F36AAA-81CD-41FB-8781-6A6FE8D8854A}" srcId="{3C30DF41-5FDA-46BB-9B95-357B6C5870E0}" destId="{93C44661-FA09-4AEA-8D9E-0D1C2FA884F3}" srcOrd="0" destOrd="0" parTransId="{89CA37C6-F188-4F4D-A7B9-ED271DE2CEA5}" sibTransId="{DE27B082-37A9-4DA1-AC50-F1882D44C276}"/>
    <dgm:cxn modelId="{22CEBCB6-8125-4859-85FE-523D7C0DCD26}" type="presOf" srcId="{2AE2131D-A723-4E80-A545-2FB95F457C11}" destId="{BE1FB293-41C2-4EDD-90AE-0BE081A60718}" srcOrd="0" destOrd="0" presId="urn:microsoft.com/office/officeart/2018/5/layout/IconLeafLabelList"/>
    <dgm:cxn modelId="{73A477BF-C8C9-4D06-BCE2-09503C41A54D}" srcId="{3C30DF41-5FDA-46BB-9B95-357B6C5870E0}" destId="{6548B493-25A1-4569-9A1B-32F1911A4ECC}" srcOrd="4" destOrd="0" parTransId="{87BE23B7-2F6B-4BF3-9A9A-0BE2C2C815FF}" sibTransId="{88782792-EE24-46BB-8128-4B394EA734FF}"/>
    <dgm:cxn modelId="{CA413FCA-E030-4FEF-AB91-97CA509512FC}" type="presOf" srcId="{2AD16668-48E8-47A3-92D3-4DED2A881AE9}" destId="{E4EF332F-A3F7-4BA3-A4D1-893F1E1A2A95}" srcOrd="0" destOrd="0" presId="urn:microsoft.com/office/officeart/2018/5/layout/IconLeafLabelList"/>
    <dgm:cxn modelId="{6D6999D7-A14D-4879-8D1C-5E1C856236E2}" srcId="{3C30DF41-5FDA-46BB-9B95-357B6C5870E0}" destId="{39CC957F-4A47-4BA7-9763-6BE52C36EA3E}" srcOrd="6" destOrd="0" parTransId="{A15F5F50-375B-4391-9B93-3886FAC50410}" sibTransId="{C94423D9-66BF-4677-B823-FAB6ECCF2D1C}"/>
    <dgm:cxn modelId="{D7A7B2F3-16C6-4AA7-ABD1-A5645AEC5834}" srcId="{3C30DF41-5FDA-46BB-9B95-357B6C5870E0}" destId="{2AD16668-48E8-47A3-92D3-4DED2A881AE9}" srcOrd="5" destOrd="0" parTransId="{FC18E7C9-7B98-4A53-9F71-A5978BCBF555}" sibTransId="{3B555F0C-2F12-4B98-9A46-2F46DEBB6A23}"/>
    <dgm:cxn modelId="{FA678599-2B74-43EC-85BE-4E8879C4B544}" type="presParOf" srcId="{5D3BF780-75C4-41F0-97C0-8DF498346BF3}" destId="{EC8709A4-DE3F-46FD-BD78-364E30F77915}" srcOrd="0" destOrd="0" presId="urn:microsoft.com/office/officeart/2018/5/layout/IconLeafLabelList"/>
    <dgm:cxn modelId="{552FD4A9-B7E1-4FB7-87F7-FFBC8E428CD5}" type="presParOf" srcId="{EC8709A4-DE3F-46FD-BD78-364E30F77915}" destId="{0917C0CB-CBAB-4FF0-9B7D-EBDB68DF13D1}" srcOrd="0" destOrd="0" presId="urn:microsoft.com/office/officeart/2018/5/layout/IconLeafLabelList"/>
    <dgm:cxn modelId="{08A5DF90-279D-44CC-90FD-5559B115A07C}" type="presParOf" srcId="{EC8709A4-DE3F-46FD-BD78-364E30F77915}" destId="{F38D955D-4175-415A-9C58-6D51CB029775}" srcOrd="1" destOrd="0" presId="urn:microsoft.com/office/officeart/2018/5/layout/IconLeafLabelList"/>
    <dgm:cxn modelId="{12856AC4-C7AB-4282-8924-B7C0873B2F69}" type="presParOf" srcId="{EC8709A4-DE3F-46FD-BD78-364E30F77915}" destId="{758F9E24-CA79-4DE7-B2E1-BD65735EDF96}" srcOrd="2" destOrd="0" presId="urn:microsoft.com/office/officeart/2018/5/layout/IconLeafLabelList"/>
    <dgm:cxn modelId="{CFC8E5E2-756F-440C-AB22-43DB48734AB1}" type="presParOf" srcId="{EC8709A4-DE3F-46FD-BD78-364E30F77915}" destId="{61A018B9-E5AF-43DD-9BA2-55F2E3883087}" srcOrd="3" destOrd="0" presId="urn:microsoft.com/office/officeart/2018/5/layout/IconLeafLabelList"/>
    <dgm:cxn modelId="{94100B97-E182-420B-9879-3B718937C26F}" type="presParOf" srcId="{5D3BF780-75C4-41F0-97C0-8DF498346BF3}" destId="{84F90EBF-8C9C-435D-B94D-F180CA56A0D4}" srcOrd="1" destOrd="0" presId="urn:microsoft.com/office/officeart/2018/5/layout/IconLeafLabelList"/>
    <dgm:cxn modelId="{0CF84B1B-6D3A-406F-81EF-50728C3C996D}" type="presParOf" srcId="{5D3BF780-75C4-41F0-97C0-8DF498346BF3}" destId="{13D8BFAD-8D6A-41B9-8E6E-26B64229BAA8}" srcOrd="2" destOrd="0" presId="urn:microsoft.com/office/officeart/2018/5/layout/IconLeafLabelList"/>
    <dgm:cxn modelId="{48BFBC19-8E17-4459-9718-8CC4CFD3094F}" type="presParOf" srcId="{13D8BFAD-8D6A-41B9-8E6E-26B64229BAA8}" destId="{28D97139-E3D0-4FF2-8FE2-B45138ADCD79}" srcOrd="0" destOrd="0" presId="urn:microsoft.com/office/officeart/2018/5/layout/IconLeafLabelList"/>
    <dgm:cxn modelId="{78F67E74-0D40-4029-B138-2958015DBD60}" type="presParOf" srcId="{13D8BFAD-8D6A-41B9-8E6E-26B64229BAA8}" destId="{2D8D92D9-1366-4DF2-BA43-17B3F250D513}" srcOrd="1" destOrd="0" presId="urn:microsoft.com/office/officeart/2018/5/layout/IconLeafLabelList"/>
    <dgm:cxn modelId="{E13DF06F-6A82-4951-A268-8DE6FEB3E319}" type="presParOf" srcId="{13D8BFAD-8D6A-41B9-8E6E-26B64229BAA8}" destId="{DA8E599D-259F-4B24-BE37-B39172F42840}" srcOrd="2" destOrd="0" presId="urn:microsoft.com/office/officeart/2018/5/layout/IconLeafLabelList"/>
    <dgm:cxn modelId="{03144C1E-C13E-4FB0-957E-67FE1BD2EF32}" type="presParOf" srcId="{13D8BFAD-8D6A-41B9-8E6E-26B64229BAA8}" destId="{8E7C5F51-5DDD-49A9-A57B-EB5F5B134955}" srcOrd="3" destOrd="0" presId="urn:microsoft.com/office/officeart/2018/5/layout/IconLeafLabelList"/>
    <dgm:cxn modelId="{239A4D68-3346-470A-9E09-5CD6453A3517}" type="presParOf" srcId="{5D3BF780-75C4-41F0-97C0-8DF498346BF3}" destId="{431234CF-C961-40C2-BD4B-35C5464B5671}" srcOrd="3" destOrd="0" presId="urn:microsoft.com/office/officeart/2018/5/layout/IconLeafLabelList"/>
    <dgm:cxn modelId="{8ED13539-A531-4E29-86CA-94FD5C419EE6}" type="presParOf" srcId="{5D3BF780-75C4-41F0-97C0-8DF498346BF3}" destId="{F6D6CEE8-2576-4599-A762-36087738469B}" srcOrd="4" destOrd="0" presId="urn:microsoft.com/office/officeart/2018/5/layout/IconLeafLabelList"/>
    <dgm:cxn modelId="{97B97CE5-586A-48F9-BE1C-9AD4B2AB2FF3}" type="presParOf" srcId="{F6D6CEE8-2576-4599-A762-36087738469B}" destId="{A71784DB-BF8B-4464-A274-9EDA611AD5AA}" srcOrd="0" destOrd="0" presId="urn:microsoft.com/office/officeart/2018/5/layout/IconLeafLabelList"/>
    <dgm:cxn modelId="{E5238A8A-3D76-4E67-800E-CC9CFDE3DCF8}" type="presParOf" srcId="{F6D6CEE8-2576-4599-A762-36087738469B}" destId="{B4CE0627-6811-4E3D-89F7-E4CC388BFA93}" srcOrd="1" destOrd="0" presId="urn:microsoft.com/office/officeart/2018/5/layout/IconLeafLabelList"/>
    <dgm:cxn modelId="{7884970E-57BA-4FA9-9A00-CC1960725000}" type="presParOf" srcId="{F6D6CEE8-2576-4599-A762-36087738469B}" destId="{41761BCA-F5FC-458C-863B-0229E5DDF853}" srcOrd="2" destOrd="0" presId="urn:microsoft.com/office/officeart/2018/5/layout/IconLeafLabelList"/>
    <dgm:cxn modelId="{BBC3D705-3B00-420F-9DF7-6C478884D050}" type="presParOf" srcId="{F6D6CEE8-2576-4599-A762-36087738469B}" destId="{D33A2947-C913-4CDD-BF63-53542BC51C08}" srcOrd="3" destOrd="0" presId="urn:microsoft.com/office/officeart/2018/5/layout/IconLeafLabelList"/>
    <dgm:cxn modelId="{DCF902A0-C6B1-4443-BDE7-018442ED1B53}" type="presParOf" srcId="{5D3BF780-75C4-41F0-97C0-8DF498346BF3}" destId="{7AF4E38F-D915-4D6A-9D4B-D87A5991E828}" srcOrd="5" destOrd="0" presId="urn:microsoft.com/office/officeart/2018/5/layout/IconLeafLabelList"/>
    <dgm:cxn modelId="{67660C8B-0C46-4284-8805-FB3784CB5884}" type="presParOf" srcId="{5D3BF780-75C4-41F0-97C0-8DF498346BF3}" destId="{DAF06725-B623-4067-8E2F-457429467BD6}" srcOrd="6" destOrd="0" presId="urn:microsoft.com/office/officeart/2018/5/layout/IconLeafLabelList"/>
    <dgm:cxn modelId="{0CA8D1BB-AFEA-44F3-83C0-9D7BE91F0874}" type="presParOf" srcId="{DAF06725-B623-4067-8E2F-457429467BD6}" destId="{68777B55-8976-431D-AFF8-9316A5306E2D}" srcOrd="0" destOrd="0" presId="urn:microsoft.com/office/officeart/2018/5/layout/IconLeafLabelList"/>
    <dgm:cxn modelId="{B27D7249-EA4B-4F47-8AF1-6156F4EA301E}" type="presParOf" srcId="{DAF06725-B623-4067-8E2F-457429467BD6}" destId="{CE3C1AD8-F6D8-49EC-A1C8-C2C2C123B359}" srcOrd="1" destOrd="0" presId="urn:microsoft.com/office/officeart/2018/5/layout/IconLeafLabelList"/>
    <dgm:cxn modelId="{D937B31F-1193-4D76-856C-4AB681438F61}" type="presParOf" srcId="{DAF06725-B623-4067-8E2F-457429467BD6}" destId="{22A07334-AE7F-41ED-BD21-0DEF4E3065F9}" srcOrd="2" destOrd="0" presId="urn:microsoft.com/office/officeart/2018/5/layout/IconLeafLabelList"/>
    <dgm:cxn modelId="{154B429B-B552-4526-BB12-BD203B0D9BED}" type="presParOf" srcId="{DAF06725-B623-4067-8E2F-457429467BD6}" destId="{7A8D4E55-50B0-470D-A1A6-FCF53D118B59}" srcOrd="3" destOrd="0" presId="urn:microsoft.com/office/officeart/2018/5/layout/IconLeafLabelList"/>
    <dgm:cxn modelId="{EDE7028D-EE92-4A7D-A9D6-903AA356BE14}" type="presParOf" srcId="{5D3BF780-75C4-41F0-97C0-8DF498346BF3}" destId="{479AABC6-4D86-4863-8166-72CA39F508EB}" srcOrd="7" destOrd="0" presId="urn:microsoft.com/office/officeart/2018/5/layout/IconLeafLabelList"/>
    <dgm:cxn modelId="{DE22736A-E3AE-4BE4-BFA2-7C3758C8F6AD}" type="presParOf" srcId="{5D3BF780-75C4-41F0-97C0-8DF498346BF3}" destId="{F1F82C7C-FB56-4B9B-9F68-8227BCD4D580}" srcOrd="8" destOrd="0" presId="urn:microsoft.com/office/officeart/2018/5/layout/IconLeafLabelList"/>
    <dgm:cxn modelId="{EE31C1EC-9FE2-49A8-BBC5-0C4E9513907A}" type="presParOf" srcId="{F1F82C7C-FB56-4B9B-9F68-8227BCD4D580}" destId="{D0F11E77-5EB4-425C-BE52-F01733BF7759}" srcOrd="0" destOrd="0" presId="urn:microsoft.com/office/officeart/2018/5/layout/IconLeafLabelList"/>
    <dgm:cxn modelId="{41A386CB-71F2-4284-9537-0B5A5278ED9E}" type="presParOf" srcId="{F1F82C7C-FB56-4B9B-9F68-8227BCD4D580}" destId="{6C109EFD-642A-4EF9-B121-ED01E1DA72F1}" srcOrd="1" destOrd="0" presId="urn:microsoft.com/office/officeart/2018/5/layout/IconLeafLabelList"/>
    <dgm:cxn modelId="{668C8A34-C898-48C1-B8D5-F7C2F605E332}" type="presParOf" srcId="{F1F82C7C-FB56-4B9B-9F68-8227BCD4D580}" destId="{9796DDA8-FF48-4B41-BF53-32727BB2442A}" srcOrd="2" destOrd="0" presId="urn:microsoft.com/office/officeart/2018/5/layout/IconLeafLabelList"/>
    <dgm:cxn modelId="{43DC21F2-1AB4-4A18-9CCB-DFDE02DA7961}" type="presParOf" srcId="{F1F82C7C-FB56-4B9B-9F68-8227BCD4D580}" destId="{AEE9F7D0-DAA1-4CC5-B2FF-4F314F7618B5}" srcOrd="3" destOrd="0" presId="urn:microsoft.com/office/officeart/2018/5/layout/IconLeafLabelList"/>
    <dgm:cxn modelId="{BA99D6BA-CC1D-4DC3-921C-D6B2D491369B}" type="presParOf" srcId="{5D3BF780-75C4-41F0-97C0-8DF498346BF3}" destId="{1087A4CA-0451-41CC-AE1D-5F53382AF065}" srcOrd="9" destOrd="0" presId="urn:microsoft.com/office/officeart/2018/5/layout/IconLeafLabelList"/>
    <dgm:cxn modelId="{16E0E721-5ADB-434D-8F4A-135FD909A8E6}" type="presParOf" srcId="{5D3BF780-75C4-41F0-97C0-8DF498346BF3}" destId="{282BE6C0-7994-4C64-B6E7-34538FFD47F5}" srcOrd="10" destOrd="0" presId="urn:microsoft.com/office/officeart/2018/5/layout/IconLeafLabelList"/>
    <dgm:cxn modelId="{0CA8CA11-216B-46E6-B59D-6FA0844250A0}" type="presParOf" srcId="{282BE6C0-7994-4C64-B6E7-34538FFD47F5}" destId="{DB22AD61-DE5E-48C3-A246-CDF4AFA78F76}" srcOrd="0" destOrd="0" presId="urn:microsoft.com/office/officeart/2018/5/layout/IconLeafLabelList"/>
    <dgm:cxn modelId="{342B8342-458B-43FC-81FE-73C329F93F7F}" type="presParOf" srcId="{282BE6C0-7994-4C64-B6E7-34538FFD47F5}" destId="{159E79D0-EFF3-49E3-801B-DF42DCCC70BC}" srcOrd="1" destOrd="0" presId="urn:microsoft.com/office/officeart/2018/5/layout/IconLeafLabelList"/>
    <dgm:cxn modelId="{3A5D6A13-235B-4449-BB3B-E3E0C379A0F4}" type="presParOf" srcId="{282BE6C0-7994-4C64-B6E7-34538FFD47F5}" destId="{40342745-827A-49F1-9751-FA5674DD6E09}" srcOrd="2" destOrd="0" presId="urn:microsoft.com/office/officeart/2018/5/layout/IconLeafLabelList"/>
    <dgm:cxn modelId="{8C756416-92D0-44E1-89AD-4B9481EE2BA5}" type="presParOf" srcId="{282BE6C0-7994-4C64-B6E7-34538FFD47F5}" destId="{E4EF332F-A3F7-4BA3-A4D1-893F1E1A2A95}" srcOrd="3" destOrd="0" presId="urn:microsoft.com/office/officeart/2018/5/layout/IconLeafLabelList"/>
    <dgm:cxn modelId="{44019AA6-3827-4DD8-9532-BB598B12C63B}" type="presParOf" srcId="{5D3BF780-75C4-41F0-97C0-8DF498346BF3}" destId="{663DD6C3-D962-4FB2-A8DF-23C6A5EFFE39}" srcOrd="11" destOrd="0" presId="urn:microsoft.com/office/officeart/2018/5/layout/IconLeafLabelList"/>
    <dgm:cxn modelId="{65B5E62F-B14D-4ECD-AC3A-B8A48B4441A5}" type="presParOf" srcId="{5D3BF780-75C4-41F0-97C0-8DF498346BF3}" destId="{4C1EE8AA-4163-4363-A453-98CD8B6412AA}" srcOrd="12" destOrd="0" presId="urn:microsoft.com/office/officeart/2018/5/layout/IconLeafLabelList"/>
    <dgm:cxn modelId="{E9518890-40E8-4B54-BA1A-14B92BB3984F}" type="presParOf" srcId="{4C1EE8AA-4163-4363-A453-98CD8B6412AA}" destId="{C60C09BF-EA1E-4066-8E1C-3024025801CC}" srcOrd="0" destOrd="0" presId="urn:microsoft.com/office/officeart/2018/5/layout/IconLeafLabelList"/>
    <dgm:cxn modelId="{805BE55A-41B7-4705-8884-ADF4266FFA94}" type="presParOf" srcId="{4C1EE8AA-4163-4363-A453-98CD8B6412AA}" destId="{DDED0913-6A08-4ED5-A39F-89B94421292E}" srcOrd="1" destOrd="0" presId="urn:microsoft.com/office/officeart/2018/5/layout/IconLeafLabelList"/>
    <dgm:cxn modelId="{92CB27A8-3370-4A8A-93E0-7BC4F6060C9F}" type="presParOf" srcId="{4C1EE8AA-4163-4363-A453-98CD8B6412AA}" destId="{F4B17321-E4DC-4F8F-9541-FA6AC46244D7}" srcOrd="2" destOrd="0" presId="urn:microsoft.com/office/officeart/2018/5/layout/IconLeafLabelList"/>
    <dgm:cxn modelId="{EAF336E1-00B6-4C56-A5BD-36608B13E4D0}" type="presParOf" srcId="{4C1EE8AA-4163-4363-A453-98CD8B6412AA}" destId="{596F65A0-3702-4CB7-B206-F401F781B0BC}" srcOrd="3" destOrd="0" presId="urn:microsoft.com/office/officeart/2018/5/layout/IconLeafLabelList"/>
    <dgm:cxn modelId="{F767D034-7457-4AD4-BDFD-B65E77E8280F}" type="presParOf" srcId="{5D3BF780-75C4-41F0-97C0-8DF498346BF3}" destId="{C74F0508-D07D-4D04-8E1E-4FA7D692E027}" srcOrd="13" destOrd="0" presId="urn:microsoft.com/office/officeart/2018/5/layout/IconLeafLabelList"/>
    <dgm:cxn modelId="{50D4C1AE-A706-4868-ACD2-8F72944F35F3}" type="presParOf" srcId="{5D3BF780-75C4-41F0-97C0-8DF498346BF3}" destId="{D628ECB3-BFC9-4B46-ADF9-E096BD4943CA}" srcOrd="14" destOrd="0" presId="urn:microsoft.com/office/officeart/2018/5/layout/IconLeafLabelList"/>
    <dgm:cxn modelId="{C4A493C2-28E5-457D-91E7-567F7A8D3937}" type="presParOf" srcId="{D628ECB3-BFC9-4B46-ADF9-E096BD4943CA}" destId="{AFF8A287-C8E6-4CA5-9218-2A05FAD78A0E}" srcOrd="0" destOrd="0" presId="urn:microsoft.com/office/officeart/2018/5/layout/IconLeafLabelList"/>
    <dgm:cxn modelId="{E1935BBD-5840-4870-BFA0-1D10B72175C5}" type="presParOf" srcId="{D628ECB3-BFC9-4B46-ADF9-E096BD4943CA}" destId="{AB5246F0-8B70-49BE-A39A-29CBD5D7E43D}" srcOrd="1" destOrd="0" presId="urn:microsoft.com/office/officeart/2018/5/layout/IconLeafLabelList"/>
    <dgm:cxn modelId="{5C97E56B-1BDD-4E60-9D82-3A114DF58F7C}" type="presParOf" srcId="{D628ECB3-BFC9-4B46-ADF9-E096BD4943CA}" destId="{0195257E-9188-41A7-8424-E8E3BC75DD57}" srcOrd="2" destOrd="0" presId="urn:microsoft.com/office/officeart/2018/5/layout/IconLeafLabelList"/>
    <dgm:cxn modelId="{51D94842-A1FE-4469-8B84-4378B99F850F}" type="presParOf" srcId="{D628ECB3-BFC9-4B46-ADF9-E096BD4943CA}" destId="{BE1FB293-41C2-4EDD-90AE-0BE081A6071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0D7D93-58B6-4676-9700-D57B9379FB7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7FFAE34-977B-47AE-9153-9D5CC888F5DE}">
      <dgm:prSet/>
      <dgm:spPr/>
      <dgm:t>
        <a:bodyPr/>
        <a:lstStyle/>
        <a:p>
          <a:r>
            <a:rPr lang="en-US" dirty="0"/>
            <a:t>• Servidores dedicados: DHCP e Web (Intranet)</a:t>
          </a:r>
        </a:p>
      </dgm:t>
    </dgm:pt>
    <dgm:pt modelId="{CC5A3137-151A-45D3-9389-560F942446BE}" type="parTrans" cxnId="{12D03505-0AE9-4A88-9248-4AFF3920DF74}">
      <dgm:prSet/>
      <dgm:spPr/>
      <dgm:t>
        <a:bodyPr/>
        <a:lstStyle/>
        <a:p>
          <a:endParaRPr lang="en-US"/>
        </a:p>
      </dgm:t>
    </dgm:pt>
    <dgm:pt modelId="{EB91B4C4-E1D5-4143-9977-F563583E3F71}" type="sibTrans" cxnId="{12D03505-0AE9-4A88-9248-4AFF3920DF74}">
      <dgm:prSet/>
      <dgm:spPr/>
      <dgm:t>
        <a:bodyPr/>
        <a:lstStyle/>
        <a:p>
          <a:endParaRPr lang="en-US" dirty="0"/>
        </a:p>
      </dgm:t>
    </dgm:pt>
    <dgm:pt modelId="{D8A127D0-10E4-4484-9FF4-6D1535321BF0}">
      <dgm:prSet/>
      <dgm:spPr/>
      <dgm:t>
        <a:bodyPr/>
        <a:lstStyle/>
        <a:p>
          <a:r>
            <a:rPr lang="en-US" dirty="0"/>
            <a:t>• Rede cabeada + Wi-Fi para flexibilidade</a:t>
          </a:r>
        </a:p>
      </dgm:t>
    </dgm:pt>
    <dgm:pt modelId="{8F517D9A-AD26-43F1-B800-103823A63EAA}" type="parTrans" cxnId="{56EA2274-3DE2-4A32-8916-ACE06A757EC0}">
      <dgm:prSet/>
      <dgm:spPr/>
      <dgm:t>
        <a:bodyPr/>
        <a:lstStyle/>
        <a:p>
          <a:endParaRPr lang="en-US"/>
        </a:p>
      </dgm:t>
    </dgm:pt>
    <dgm:pt modelId="{DF97F0D2-8E3A-46F2-8410-B5EE7D68A586}" type="sibTrans" cxnId="{56EA2274-3DE2-4A32-8916-ACE06A757EC0}">
      <dgm:prSet/>
      <dgm:spPr/>
      <dgm:t>
        <a:bodyPr/>
        <a:lstStyle/>
        <a:p>
          <a:endParaRPr lang="en-US" dirty="0"/>
        </a:p>
      </dgm:t>
    </dgm:pt>
    <dgm:pt modelId="{A371CAFC-71B7-4F6B-AB66-230254A42448}">
      <dgm:prSet/>
      <dgm:spPr/>
      <dgm:t>
        <a:bodyPr/>
        <a:lstStyle/>
        <a:p>
          <a:r>
            <a:rPr lang="en-US" dirty="0"/>
            <a:t>• Segmentação por setores garante performance e segurança</a:t>
          </a:r>
        </a:p>
      </dgm:t>
    </dgm:pt>
    <dgm:pt modelId="{7787A0FA-DFF2-455D-AFF1-BEFDBD24DED3}" type="parTrans" cxnId="{12D6C6EB-AFF1-498E-BC97-BEEDFA228CF1}">
      <dgm:prSet/>
      <dgm:spPr/>
      <dgm:t>
        <a:bodyPr/>
        <a:lstStyle/>
        <a:p>
          <a:endParaRPr lang="en-US"/>
        </a:p>
      </dgm:t>
    </dgm:pt>
    <dgm:pt modelId="{47C97933-D285-4C48-A219-83C9424A627F}" type="sibTrans" cxnId="{12D6C6EB-AFF1-498E-BC97-BEEDFA228CF1}">
      <dgm:prSet/>
      <dgm:spPr/>
      <dgm:t>
        <a:bodyPr/>
        <a:lstStyle/>
        <a:p>
          <a:endParaRPr lang="en-US" dirty="0"/>
        </a:p>
      </dgm:t>
    </dgm:pt>
    <dgm:pt modelId="{7A81BE6D-2E60-4D99-8463-AD87F0382315}">
      <dgm:prSet/>
      <dgm:spPr/>
      <dgm:t>
        <a:bodyPr/>
        <a:lstStyle/>
        <a:p>
          <a:r>
            <a:rPr lang="en-US" dirty="0"/>
            <a:t>• DHCP facilita administração e gerenciamento de IPs</a:t>
          </a:r>
        </a:p>
      </dgm:t>
    </dgm:pt>
    <dgm:pt modelId="{6ACCDA6D-7610-4100-A888-072EA0459B6B}" type="parTrans" cxnId="{AECF3B40-CAAB-468F-827F-1C97A8E5B990}">
      <dgm:prSet/>
      <dgm:spPr/>
      <dgm:t>
        <a:bodyPr/>
        <a:lstStyle/>
        <a:p>
          <a:endParaRPr lang="en-US"/>
        </a:p>
      </dgm:t>
    </dgm:pt>
    <dgm:pt modelId="{A0CCB0DF-9C66-40BB-887B-B6F0BD3AA1E3}" type="sibTrans" cxnId="{AECF3B40-CAAB-468F-827F-1C97A8E5B990}">
      <dgm:prSet/>
      <dgm:spPr/>
      <dgm:t>
        <a:bodyPr/>
        <a:lstStyle/>
        <a:p>
          <a:endParaRPr lang="en-US" dirty="0"/>
        </a:p>
      </dgm:t>
    </dgm:pt>
    <dgm:pt modelId="{A87B1C20-7751-452D-B734-ACFCB661093E}">
      <dgm:prSet/>
      <dgm:spPr/>
      <dgm:t>
        <a:bodyPr/>
        <a:lstStyle/>
        <a:p>
          <a:r>
            <a:rPr lang="en-US" dirty="0"/>
            <a:t>• Intranet local melhora a comunicação interna</a:t>
          </a:r>
        </a:p>
      </dgm:t>
    </dgm:pt>
    <dgm:pt modelId="{44D61E80-01B8-45CC-9B4F-275969BBE395}" type="parTrans" cxnId="{3B3DCF1C-0B36-4CCB-9207-E33C61A8B598}">
      <dgm:prSet/>
      <dgm:spPr/>
      <dgm:t>
        <a:bodyPr/>
        <a:lstStyle/>
        <a:p>
          <a:endParaRPr lang="en-US"/>
        </a:p>
      </dgm:t>
    </dgm:pt>
    <dgm:pt modelId="{5D58A9BF-6295-43C0-9B1C-C0B6BE3653CB}" type="sibTrans" cxnId="{3B3DCF1C-0B36-4CCB-9207-E33C61A8B598}">
      <dgm:prSet/>
      <dgm:spPr/>
      <dgm:t>
        <a:bodyPr/>
        <a:lstStyle/>
        <a:p>
          <a:endParaRPr lang="en-US"/>
        </a:p>
      </dgm:t>
    </dgm:pt>
    <dgm:pt modelId="{27F55C6B-81ED-4F69-80E0-04BFF5827B46}" type="pres">
      <dgm:prSet presAssocID="{120D7D93-58B6-4676-9700-D57B9379FB77}" presName="Name0" presStyleCnt="0">
        <dgm:presLayoutVars>
          <dgm:dir/>
          <dgm:resizeHandles val="exact"/>
        </dgm:presLayoutVars>
      </dgm:prSet>
      <dgm:spPr/>
    </dgm:pt>
    <dgm:pt modelId="{9971934E-00C1-4D98-B5B0-6721B4E69AFD}" type="pres">
      <dgm:prSet presAssocID="{77FFAE34-977B-47AE-9153-9D5CC888F5DE}" presName="node" presStyleLbl="node1" presStyleIdx="0" presStyleCnt="5">
        <dgm:presLayoutVars>
          <dgm:bulletEnabled val="1"/>
        </dgm:presLayoutVars>
      </dgm:prSet>
      <dgm:spPr/>
    </dgm:pt>
    <dgm:pt modelId="{5B16F810-85EA-4E22-A57F-A3F931AC6BC2}" type="pres">
      <dgm:prSet presAssocID="{EB91B4C4-E1D5-4143-9977-F563583E3F71}" presName="sibTrans" presStyleLbl="sibTrans1D1" presStyleIdx="0" presStyleCnt="4"/>
      <dgm:spPr/>
    </dgm:pt>
    <dgm:pt modelId="{B7906BE9-C8F4-4B34-B595-839099488E48}" type="pres">
      <dgm:prSet presAssocID="{EB91B4C4-E1D5-4143-9977-F563583E3F71}" presName="connectorText" presStyleLbl="sibTrans1D1" presStyleIdx="0" presStyleCnt="4"/>
      <dgm:spPr/>
    </dgm:pt>
    <dgm:pt modelId="{E49FC603-87BD-4351-B3F1-65C6DC2E5C7F}" type="pres">
      <dgm:prSet presAssocID="{D8A127D0-10E4-4484-9FF4-6D1535321BF0}" presName="node" presStyleLbl="node1" presStyleIdx="1" presStyleCnt="5">
        <dgm:presLayoutVars>
          <dgm:bulletEnabled val="1"/>
        </dgm:presLayoutVars>
      </dgm:prSet>
      <dgm:spPr/>
    </dgm:pt>
    <dgm:pt modelId="{7F9AD43B-298B-472C-9C5C-F5360C194436}" type="pres">
      <dgm:prSet presAssocID="{DF97F0D2-8E3A-46F2-8410-B5EE7D68A586}" presName="sibTrans" presStyleLbl="sibTrans1D1" presStyleIdx="1" presStyleCnt="4"/>
      <dgm:spPr/>
    </dgm:pt>
    <dgm:pt modelId="{70B18A55-E6A9-4DBE-A42D-F783D3ADD013}" type="pres">
      <dgm:prSet presAssocID="{DF97F0D2-8E3A-46F2-8410-B5EE7D68A586}" presName="connectorText" presStyleLbl="sibTrans1D1" presStyleIdx="1" presStyleCnt="4"/>
      <dgm:spPr/>
    </dgm:pt>
    <dgm:pt modelId="{E15B78C9-0354-482F-BC2C-0A776562083E}" type="pres">
      <dgm:prSet presAssocID="{A371CAFC-71B7-4F6B-AB66-230254A42448}" presName="node" presStyleLbl="node1" presStyleIdx="2" presStyleCnt="5">
        <dgm:presLayoutVars>
          <dgm:bulletEnabled val="1"/>
        </dgm:presLayoutVars>
      </dgm:prSet>
      <dgm:spPr/>
    </dgm:pt>
    <dgm:pt modelId="{7523562C-F36C-4CA4-BCB1-83CD4D041F4A}" type="pres">
      <dgm:prSet presAssocID="{47C97933-D285-4C48-A219-83C9424A627F}" presName="sibTrans" presStyleLbl="sibTrans1D1" presStyleIdx="2" presStyleCnt="4"/>
      <dgm:spPr/>
    </dgm:pt>
    <dgm:pt modelId="{8B23AE38-CDB5-44CD-9A28-1B6A00159ED6}" type="pres">
      <dgm:prSet presAssocID="{47C97933-D285-4C48-A219-83C9424A627F}" presName="connectorText" presStyleLbl="sibTrans1D1" presStyleIdx="2" presStyleCnt="4"/>
      <dgm:spPr/>
    </dgm:pt>
    <dgm:pt modelId="{D990C61A-6C27-48F7-97B1-120E5A090326}" type="pres">
      <dgm:prSet presAssocID="{7A81BE6D-2E60-4D99-8463-AD87F0382315}" presName="node" presStyleLbl="node1" presStyleIdx="3" presStyleCnt="5">
        <dgm:presLayoutVars>
          <dgm:bulletEnabled val="1"/>
        </dgm:presLayoutVars>
      </dgm:prSet>
      <dgm:spPr/>
    </dgm:pt>
    <dgm:pt modelId="{831D5568-0EBD-41DA-AA58-AD33128212D8}" type="pres">
      <dgm:prSet presAssocID="{A0CCB0DF-9C66-40BB-887B-B6F0BD3AA1E3}" presName="sibTrans" presStyleLbl="sibTrans1D1" presStyleIdx="3" presStyleCnt="4"/>
      <dgm:spPr/>
    </dgm:pt>
    <dgm:pt modelId="{7D17A352-29C8-4DC3-AAC1-244E7B54314A}" type="pres">
      <dgm:prSet presAssocID="{A0CCB0DF-9C66-40BB-887B-B6F0BD3AA1E3}" presName="connectorText" presStyleLbl="sibTrans1D1" presStyleIdx="3" presStyleCnt="4"/>
      <dgm:spPr/>
    </dgm:pt>
    <dgm:pt modelId="{9FEDE687-D236-4941-835F-E3EB0F8495DF}" type="pres">
      <dgm:prSet presAssocID="{A87B1C20-7751-452D-B734-ACFCB661093E}" presName="node" presStyleLbl="node1" presStyleIdx="4" presStyleCnt="5">
        <dgm:presLayoutVars>
          <dgm:bulletEnabled val="1"/>
        </dgm:presLayoutVars>
      </dgm:prSet>
      <dgm:spPr/>
    </dgm:pt>
  </dgm:ptLst>
  <dgm:cxnLst>
    <dgm:cxn modelId="{3C135D00-C084-473D-9C1B-C9CC77BA66F3}" type="presOf" srcId="{EB91B4C4-E1D5-4143-9977-F563583E3F71}" destId="{B7906BE9-C8F4-4B34-B595-839099488E48}" srcOrd="1" destOrd="0" presId="urn:microsoft.com/office/officeart/2016/7/layout/RepeatingBendingProcessNew"/>
    <dgm:cxn modelId="{12D03505-0AE9-4A88-9248-4AFF3920DF74}" srcId="{120D7D93-58B6-4676-9700-D57B9379FB77}" destId="{77FFAE34-977B-47AE-9153-9D5CC888F5DE}" srcOrd="0" destOrd="0" parTransId="{CC5A3137-151A-45D3-9389-560F942446BE}" sibTransId="{EB91B4C4-E1D5-4143-9977-F563583E3F71}"/>
    <dgm:cxn modelId="{2EA0D80A-14A7-4579-8F18-4687AC333EA1}" type="presOf" srcId="{47C97933-D285-4C48-A219-83C9424A627F}" destId="{8B23AE38-CDB5-44CD-9A28-1B6A00159ED6}" srcOrd="1" destOrd="0" presId="urn:microsoft.com/office/officeart/2016/7/layout/RepeatingBendingProcessNew"/>
    <dgm:cxn modelId="{A9B28E0C-886E-4E5A-8A50-73C0B123C2B5}" type="presOf" srcId="{A371CAFC-71B7-4F6B-AB66-230254A42448}" destId="{E15B78C9-0354-482F-BC2C-0A776562083E}" srcOrd="0" destOrd="0" presId="urn:microsoft.com/office/officeart/2016/7/layout/RepeatingBendingProcessNew"/>
    <dgm:cxn modelId="{3B3DCF1C-0B36-4CCB-9207-E33C61A8B598}" srcId="{120D7D93-58B6-4676-9700-D57B9379FB77}" destId="{A87B1C20-7751-452D-B734-ACFCB661093E}" srcOrd="4" destOrd="0" parTransId="{44D61E80-01B8-45CC-9B4F-275969BBE395}" sibTransId="{5D58A9BF-6295-43C0-9B1C-C0B6BE3653CB}"/>
    <dgm:cxn modelId="{AECF3B40-CAAB-468F-827F-1C97A8E5B990}" srcId="{120D7D93-58B6-4676-9700-D57B9379FB77}" destId="{7A81BE6D-2E60-4D99-8463-AD87F0382315}" srcOrd="3" destOrd="0" parTransId="{6ACCDA6D-7610-4100-A888-072EA0459B6B}" sibTransId="{A0CCB0DF-9C66-40BB-887B-B6F0BD3AA1E3}"/>
    <dgm:cxn modelId="{0736145B-26D7-4784-A37C-2FF23DE2C2A7}" type="presOf" srcId="{47C97933-D285-4C48-A219-83C9424A627F}" destId="{7523562C-F36C-4CA4-BCB1-83CD4D041F4A}" srcOrd="0" destOrd="0" presId="urn:microsoft.com/office/officeart/2016/7/layout/RepeatingBendingProcessNew"/>
    <dgm:cxn modelId="{F2086666-7756-4D46-B4A4-DF81AF447A0C}" type="presOf" srcId="{77FFAE34-977B-47AE-9153-9D5CC888F5DE}" destId="{9971934E-00C1-4D98-B5B0-6721B4E69AFD}" srcOrd="0" destOrd="0" presId="urn:microsoft.com/office/officeart/2016/7/layout/RepeatingBendingProcessNew"/>
    <dgm:cxn modelId="{56EA2274-3DE2-4A32-8916-ACE06A757EC0}" srcId="{120D7D93-58B6-4676-9700-D57B9379FB77}" destId="{D8A127D0-10E4-4484-9FF4-6D1535321BF0}" srcOrd="1" destOrd="0" parTransId="{8F517D9A-AD26-43F1-B800-103823A63EAA}" sibTransId="{DF97F0D2-8E3A-46F2-8410-B5EE7D68A586}"/>
    <dgm:cxn modelId="{47940B75-24D3-4A55-AE9D-241A45547994}" type="presOf" srcId="{A87B1C20-7751-452D-B734-ACFCB661093E}" destId="{9FEDE687-D236-4941-835F-E3EB0F8495DF}" srcOrd="0" destOrd="0" presId="urn:microsoft.com/office/officeart/2016/7/layout/RepeatingBendingProcessNew"/>
    <dgm:cxn modelId="{F1739477-9F15-4FF2-AAE4-E66CC0DDF628}" type="presOf" srcId="{DF97F0D2-8E3A-46F2-8410-B5EE7D68A586}" destId="{7F9AD43B-298B-472C-9C5C-F5360C194436}" srcOrd="0" destOrd="0" presId="urn:microsoft.com/office/officeart/2016/7/layout/RepeatingBendingProcessNew"/>
    <dgm:cxn modelId="{90EF2289-35E0-4C16-BCCD-E42AA566D98B}" type="presOf" srcId="{D8A127D0-10E4-4484-9FF4-6D1535321BF0}" destId="{E49FC603-87BD-4351-B3F1-65C6DC2E5C7F}" srcOrd="0" destOrd="0" presId="urn:microsoft.com/office/officeart/2016/7/layout/RepeatingBendingProcessNew"/>
    <dgm:cxn modelId="{43A20E8C-E240-46DC-ADB0-6D623CDC4CB3}" type="presOf" srcId="{A0CCB0DF-9C66-40BB-887B-B6F0BD3AA1E3}" destId="{7D17A352-29C8-4DC3-AAC1-244E7B54314A}" srcOrd="1" destOrd="0" presId="urn:microsoft.com/office/officeart/2016/7/layout/RepeatingBendingProcessNew"/>
    <dgm:cxn modelId="{93D072A5-EFBE-42F7-B9F2-82EAF9CC9493}" type="presOf" srcId="{7A81BE6D-2E60-4D99-8463-AD87F0382315}" destId="{D990C61A-6C27-48F7-97B1-120E5A090326}" srcOrd="0" destOrd="0" presId="urn:microsoft.com/office/officeart/2016/7/layout/RepeatingBendingProcessNew"/>
    <dgm:cxn modelId="{0DDABBCF-A3AF-4D55-A610-4098540259BC}" type="presOf" srcId="{A0CCB0DF-9C66-40BB-887B-B6F0BD3AA1E3}" destId="{831D5568-0EBD-41DA-AA58-AD33128212D8}" srcOrd="0" destOrd="0" presId="urn:microsoft.com/office/officeart/2016/7/layout/RepeatingBendingProcessNew"/>
    <dgm:cxn modelId="{BCBBA3D5-AA5A-462E-B0A2-F0AEA2FC169D}" type="presOf" srcId="{DF97F0D2-8E3A-46F2-8410-B5EE7D68A586}" destId="{70B18A55-E6A9-4DBE-A42D-F783D3ADD013}" srcOrd="1" destOrd="0" presId="urn:microsoft.com/office/officeart/2016/7/layout/RepeatingBendingProcessNew"/>
    <dgm:cxn modelId="{12D6C6EB-AFF1-498E-BC97-BEEDFA228CF1}" srcId="{120D7D93-58B6-4676-9700-D57B9379FB77}" destId="{A371CAFC-71B7-4F6B-AB66-230254A42448}" srcOrd="2" destOrd="0" parTransId="{7787A0FA-DFF2-455D-AFF1-BEFDBD24DED3}" sibTransId="{47C97933-D285-4C48-A219-83C9424A627F}"/>
    <dgm:cxn modelId="{CC43FDF6-469F-45E6-AFD4-47E3DDD9D189}" type="presOf" srcId="{EB91B4C4-E1D5-4143-9977-F563583E3F71}" destId="{5B16F810-85EA-4E22-A57F-A3F931AC6BC2}" srcOrd="0" destOrd="0" presId="urn:microsoft.com/office/officeart/2016/7/layout/RepeatingBendingProcessNew"/>
    <dgm:cxn modelId="{FD67BAFB-22E4-4326-B0CB-6C174FB68149}" type="presOf" srcId="{120D7D93-58B6-4676-9700-D57B9379FB77}" destId="{27F55C6B-81ED-4F69-80E0-04BFF5827B46}" srcOrd="0" destOrd="0" presId="urn:microsoft.com/office/officeart/2016/7/layout/RepeatingBendingProcessNew"/>
    <dgm:cxn modelId="{75411BA5-253B-4683-B633-BCC31BB99803}" type="presParOf" srcId="{27F55C6B-81ED-4F69-80E0-04BFF5827B46}" destId="{9971934E-00C1-4D98-B5B0-6721B4E69AFD}" srcOrd="0" destOrd="0" presId="urn:microsoft.com/office/officeart/2016/7/layout/RepeatingBendingProcessNew"/>
    <dgm:cxn modelId="{B46AD0FF-C95E-4ADE-85FB-086EE617A9D9}" type="presParOf" srcId="{27F55C6B-81ED-4F69-80E0-04BFF5827B46}" destId="{5B16F810-85EA-4E22-A57F-A3F931AC6BC2}" srcOrd="1" destOrd="0" presId="urn:microsoft.com/office/officeart/2016/7/layout/RepeatingBendingProcessNew"/>
    <dgm:cxn modelId="{40773B01-B9F0-43D0-9159-2A1D7B253241}" type="presParOf" srcId="{5B16F810-85EA-4E22-A57F-A3F931AC6BC2}" destId="{B7906BE9-C8F4-4B34-B595-839099488E48}" srcOrd="0" destOrd="0" presId="urn:microsoft.com/office/officeart/2016/7/layout/RepeatingBendingProcessNew"/>
    <dgm:cxn modelId="{5CF6C807-2BA1-4472-8315-B247C452D7C2}" type="presParOf" srcId="{27F55C6B-81ED-4F69-80E0-04BFF5827B46}" destId="{E49FC603-87BD-4351-B3F1-65C6DC2E5C7F}" srcOrd="2" destOrd="0" presId="urn:microsoft.com/office/officeart/2016/7/layout/RepeatingBendingProcessNew"/>
    <dgm:cxn modelId="{D64EFF26-EC6F-4DEA-8236-A3DE7FE7037C}" type="presParOf" srcId="{27F55C6B-81ED-4F69-80E0-04BFF5827B46}" destId="{7F9AD43B-298B-472C-9C5C-F5360C194436}" srcOrd="3" destOrd="0" presId="urn:microsoft.com/office/officeart/2016/7/layout/RepeatingBendingProcessNew"/>
    <dgm:cxn modelId="{2A1BAE48-E09F-4DCF-B557-1481FDE08A18}" type="presParOf" srcId="{7F9AD43B-298B-472C-9C5C-F5360C194436}" destId="{70B18A55-E6A9-4DBE-A42D-F783D3ADD013}" srcOrd="0" destOrd="0" presId="urn:microsoft.com/office/officeart/2016/7/layout/RepeatingBendingProcessNew"/>
    <dgm:cxn modelId="{24FB50E7-1F81-4868-A576-5026EFF97A58}" type="presParOf" srcId="{27F55C6B-81ED-4F69-80E0-04BFF5827B46}" destId="{E15B78C9-0354-482F-BC2C-0A776562083E}" srcOrd="4" destOrd="0" presId="urn:microsoft.com/office/officeart/2016/7/layout/RepeatingBendingProcessNew"/>
    <dgm:cxn modelId="{606A78DF-378B-46CA-AEBC-A9F406917DD2}" type="presParOf" srcId="{27F55C6B-81ED-4F69-80E0-04BFF5827B46}" destId="{7523562C-F36C-4CA4-BCB1-83CD4D041F4A}" srcOrd="5" destOrd="0" presId="urn:microsoft.com/office/officeart/2016/7/layout/RepeatingBendingProcessNew"/>
    <dgm:cxn modelId="{D7A4244F-957F-4D0A-9C3C-874FA23A916F}" type="presParOf" srcId="{7523562C-F36C-4CA4-BCB1-83CD4D041F4A}" destId="{8B23AE38-CDB5-44CD-9A28-1B6A00159ED6}" srcOrd="0" destOrd="0" presId="urn:microsoft.com/office/officeart/2016/7/layout/RepeatingBendingProcessNew"/>
    <dgm:cxn modelId="{2766AFBD-94D7-4104-AC36-14F176F31CB7}" type="presParOf" srcId="{27F55C6B-81ED-4F69-80E0-04BFF5827B46}" destId="{D990C61A-6C27-48F7-97B1-120E5A090326}" srcOrd="6" destOrd="0" presId="urn:microsoft.com/office/officeart/2016/7/layout/RepeatingBendingProcessNew"/>
    <dgm:cxn modelId="{051A25DC-0D9A-4842-8E94-4F5FE9B1416C}" type="presParOf" srcId="{27F55C6B-81ED-4F69-80E0-04BFF5827B46}" destId="{831D5568-0EBD-41DA-AA58-AD33128212D8}" srcOrd="7" destOrd="0" presId="urn:microsoft.com/office/officeart/2016/7/layout/RepeatingBendingProcessNew"/>
    <dgm:cxn modelId="{BAACDFC9-5349-44F9-ACF9-E9ED8BA4D8D6}" type="presParOf" srcId="{831D5568-0EBD-41DA-AA58-AD33128212D8}" destId="{7D17A352-29C8-4DC3-AAC1-244E7B54314A}" srcOrd="0" destOrd="0" presId="urn:microsoft.com/office/officeart/2016/7/layout/RepeatingBendingProcessNew"/>
    <dgm:cxn modelId="{535316A4-AFC9-4F9F-8EBA-BB6883EADB7D}" type="presParOf" srcId="{27F55C6B-81ED-4F69-80E0-04BFF5827B46}" destId="{9FEDE687-D236-4941-835F-E3EB0F8495DF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8DAB71-944A-478C-8B35-03C5024F5A39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8522BB-9886-4920-A499-CA40802414BC}">
      <dgm:prSet custT="1"/>
      <dgm:spPr/>
      <dgm:t>
        <a:bodyPr/>
        <a:lstStyle/>
        <a:p>
          <a:r>
            <a:rPr lang="en-US" sz="2200" dirty="0"/>
            <a:t>Mão de Obra Técnica: R$ 8.300,00</a:t>
          </a:r>
        </a:p>
      </dgm:t>
    </dgm:pt>
    <dgm:pt modelId="{AC810B2F-5F30-49D3-8407-C5FE1B6EA4C3}" type="parTrans" cxnId="{4DC2BFBF-8350-4271-804B-6203905EBCCA}">
      <dgm:prSet/>
      <dgm:spPr/>
      <dgm:t>
        <a:bodyPr/>
        <a:lstStyle/>
        <a:p>
          <a:endParaRPr lang="en-US"/>
        </a:p>
      </dgm:t>
    </dgm:pt>
    <dgm:pt modelId="{07328D2C-0FE7-435D-B43F-9C4EDFB1E1A1}" type="sibTrans" cxnId="{4DC2BFBF-8350-4271-804B-6203905EBCCA}">
      <dgm:prSet/>
      <dgm:spPr/>
      <dgm:t>
        <a:bodyPr/>
        <a:lstStyle/>
        <a:p>
          <a:endParaRPr lang="en-US"/>
        </a:p>
      </dgm:t>
    </dgm:pt>
    <dgm:pt modelId="{4C003F1B-C378-4001-98E1-21FB6EC34116}">
      <dgm:prSet custT="1"/>
      <dgm:spPr/>
      <dgm:t>
        <a:bodyPr/>
        <a:lstStyle/>
        <a:p>
          <a:r>
            <a:rPr lang="en-US" sz="2200" dirty="0"/>
            <a:t>Equipamentos de Rede: R$ 5.000,00</a:t>
          </a:r>
        </a:p>
      </dgm:t>
    </dgm:pt>
    <dgm:pt modelId="{5A64730D-A8C6-425C-BA07-A414D9161054}" type="parTrans" cxnId="{96879D86-AF83-441F-AB4F-42197544E6D7}">
      <dgm:prSet/>
      <dgm:spPr/>
      <dgm:t>
        <a:bodyPr/>
        <a:lstStyle/>
        <a:p>
          <a:endParaRPr lang="en-US"/>
        </a:p>
      </dgm:t>
    </dgm:pt>
    <dgm:pt modelId="{F8757533-CA01-4F6C-87E0-A1F2DB993774}" type="sibTrans" cxnId="{96879D86-AF83-441F-AB4F-42197544E6D7}">
      <dgm:prSet/>
      <dgm:spPr/>
      <dgm:t>
        <a:bodyPr/>
        <a:lstStyle/>
        <a:p>
          <a:endParaRPr lang="en-US"/>
        </a:p>
      </dgm:t>
    </dgm:pt>
    <dgm:pt modelId="{0950BEC9-A56C-424A-8617-4087AE8480EC}">
      <dgm:prSet custT="1"/>
      <dgm:spPr/>
      <dgm:t>
        <a:bodyPr/>
        <a:lstStyle/>
        <a:p>
          <a:r>
            <a:rPr lang="en-US" sz="2200" dirty="0"/>
            <a:t>Valor Total: R$ 108.700,00 + R$ 8.300,00 + R$ 5.000,00 = R$ 122.00,00</a:t>
          </a:r>
        </a:p>
      </dgm:t>
    </dgm:pt>
    <dgm:pt modelId="{4C223B9C-9EC8-4ABC-83AE-96252772A1D2}" type="parTrans" cxnId="{44D91CC7-23C0-42B9-9E6E-4703EABA3B43}">
      <dgm:prSet/>
      <dgm:spPr/>
      <dgm:t>
        <a:bodyPr/>
        <a:lstStyle/>
        <a:p>
          <a:endParaRPr lang="en-US"/>
        </a:p>
      </dgm:t>
    </dgm:pt>
    <dgm:pt modelId="{C627A420-1CA1-48A6-936D-AC7BF92914D2}" type="sibTrans" cxnId="{44D91CC7-23C0-42B9-9E6E-4703EABA3B43}">
      <dgm:prSet/>
      <dgm:spPr/>
      <dgm:t>
        <a:bodyPr/>
        <a:lstStyle/>
        <a:p>
          <a:endParaRPr lang="en-US"/>
        </a:p>
      </dgm:t>
    </dgm:pt>
    <dgm:pt modelId="{7D078C94-1E1C-4FC5-8F00-5046D81C5FA0}">
      <dgm:prSet custT="1"/>
      <dgm:spPr/>
      <dgm:t>
        <a:bodyPr/>
        <a:lstStyle/>
        <a:p>
          <a:r>
            <a:rPr lang="en-US" sz="2200" dirty="0"/>
            <a:t>Valor estimado de computadores: R$ 108.700,00</a:t>
          </a:r>
        </a:p>
      </dgm:t>
    </dgm:pt>
    <dgm:pt modelId="{C2001D54-C53B-422F-A53C-11A47205F3E4}" type="parTrans" cxnId="{F866D237-7497-4066-927C-D5B0F9DEA6DB}">
      <dgm:prSet/>
      <dgm:spPr/>
      <dgm:t>
        <a:bodyPr/>
        <a:lstStyle/>
        <a:p>
          <a:endParaRPr lang="pt-BR"/>
        </a:p>
      </dgm:t>
    </dgm:pt>
    <dgm:pt modelId="{E1FDD241-4A20-484D-9B58-254BEE1D2D05}" type="sibTrans" cxnId="{F866D237-7497-4066-927C-D5B0F9DEA6DB}">
      <dgm:prSet/>
      <dgm:spPr/>
      <dgm:t>
        <a:bodyPr/>
        <a:lstStyle/>
        <a:p>
          <a:endParaRPr lang="pt-BR"/>
        </a:p>
      </dgm:t>
    </dgm:pt>
    <dgm:pt modelId="{AF81F129-21DA-4526-B80D-E48DA525DDF4}" type="pres">
      <dgm:prSet presAssocID="{658DAB71-944A-478C-8B35-03C5024F5A39}" presName="linear" presStyleCnt="0">
        <dgm:presLayoutVars>
          <dgm:animLvl val="lvl"/>
          <dgm:resizeHandles val="exact"/>
        </dgm:presLayoutVars>
      </dgm:prSet>
      <dgm:spPr/>
    </dgm:pt>
    <dgm:pt modelId="{2FB4977A-AB3F-43C4-898F-8B946C0E02AE}" type="pres">
      <dgm:prSet presAssocID="{E98522BB-9886-4920-A499-CA40802414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D652DCD-FA2C-4863-A68A-07A0BD1A2EE1}" type="pres">
      <dgm:prSet presAssocID="{07328D2C-0FE7-435D-B43F-9C4EDFB1E1A1}" presName="spacer" presStyleCnt="0"/>
      <dgm:spPr/>
    </dgm:pt>
    <dgm:pt modelId="{3FEAEAD4-B6BA-4943-90CB-43AF1B4DF8E0}" type="pres">
      <dgm:prSet presAssocID="{4C003F1B-C378-4001-98E1-21FB6EC341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BC7D7E-DBAD-4267-B4FD-C26E5997294B}" type="pres">
      <dgm:prSet presAssocID="{F8757533-CA01-4F6C-87E0-A1F2DB993774}" presName="spacer" presStyleCnt="0"/>
      <dgm:spPr/>
    </dgm:pt>
    <dgm:pt modelId="{00C8950E-EE21-4363-ABC5-B6E280941D0B}" type="pres">
      <dgm:prSet presAssocID="{0950BEC9-A56C-424A-8617-4087AE8480EC}" presName="parentText" presStyleLbl="node1" presStyleIdx="2" presStyleCnt="4" custLinFactY="100000" custLinFactNeighborY="154488">
        <dgm:presLayoutVars>
          <dgm:chMax val="0"/>
          <dgm:bulletEnabled val="1"/>
        </dgm:presLayoutVars>
      </dgm:prSet>
      <dgm:spPr/>
    </dgm:pt>
    <dgm:pt modelId="{27722A00-7777-4444-B8D8-4E96DF323AD5}" type="pres">
      <dgm:prSet presAssocID="{C627A420-1CA1-48A6-936D-AC7BF92914D2}" presName="spacer" presStyleCnt="0"/>
      <dgm:spPr/>
    </dgm:pt>
    <dgm:pt modelId="{94197AB0-1A39-47DB-9578-8DC5109FD2D8}" type="pres">
      <dgm:prSet presAssocID="{7D078C94-1E1C-4FC5-8F00-5046D81C5FA0}" presName="parentText" presStyleLbl="node1" presStyleIdx="3" presStyleCnt="4" custLinFactY="-98568" custLinFactNeighborY="-100000">
        <dgm:presLayoutVars>
          <dgm:chMax val="0"/>
          <dgm:bulletEnabled val="1"/>
        </dgm:presLayoutVars>
      </dgm:prSet>
      <dgm:spPr/>
    </dgm:pt>
  </dgm:ptLst>
  <dgm:cxnLst>
    <dgm:cxn modelId="{1606A506-FE5C-4EA4-82E6-5995FB62EFE1}" type="presOf" srcId="{E98522BB-9886-4920-A499-CA40802414BC}" destId="{2FB4977A-AB3F-43C4-898F-8B946C0E02AE}" srcOrd="0" destOrd="0" presId="urn:microsoft.com/office/officeart/2005/8/layout/vList2"/>
    <dgm:cxn modelId="{F866D237-7497-4066-927C-D5B0F9DEA6DB}" srcId="{658DAB71-944A-478C-8B35-03C5024F5A39}" destId="{7D078C94-1E1C-4FC5-8F00-5046D81C5FA0}" srcOrd="3" destOrd="0" parTransId="{C2001D54-C53B-422F-A53C-11A47205F3E4}" sibTransId="{E1FDD241-4A20-484D-9B58-254BEE1D2D05}"/>
    <dgm:cxn modelId="{B17B2C67-49CB-48AA-AE66-C51C4706A2B6}" type="presOf" srcId="{7D078C94-1E1C-4FC5-8F00-5046D81C5FA0}" destId="{94197AB0-1A39-47DB-9578-8DC5109FD2D8}" srcOrd="0" destOrd="0" presId="urn:microsoft.com/office/officeart/2005/8/layout/vList2"/>
    <dgm:cxn modelId="{96879D86-AF83-441F-AB4F-42197544E6D7}" srcId="{658DAB71-944A-478C-8B35-03C5024F5A39}" destId="{4C003F1B-C378-4001-98E1-21FB6EC34116}" srcOrd="1" destOrd="0" parTransId="{5A64730D-A8C6-425C-BA07-A414D9161054}" sibTransId="{F8757533-CA01-4F6C-87E0-A1F2DB993774}"/>
    <dgm:cxn modelId="{EE407988-BC5B-4B44-8BB4-24C447E992C3}" type="presOf" srcId="{658DAB71-944A-478C-8B35-03C5024F5A39}" destId="{AF81F129-21DA-4526-B80D-E48DA525DDF4}" srcOrd="0" destOrd="0" presId="urn:microsoft.com/office/officeart/2005/8/layout/vList2"/>
    <dgm:cxn modelId="{4EF0958B-84D9-4709-9921-B669062E0AE9}" type="presOf" srcId="{0950BEC9-A56C-424A-8617-4087AE8480EC}" destId="{00C8950E-EE21-4363-ABC5-B6E280941D0B}" srcOrd="0" destOrd="0" presId="urn:microsoft.com/office/officeart/2005/8/layout/vList2"/>
    <dgm:cxn modelId="{71BBC3A1-152E-460C-8F41-70103A0EE278}" type="presOf" srcId="{4C003F1B-C378-4001-98E1-21FB6EC34116}" destId="{3FEAEAD4-B6BA-4943-90CB-43AF1B4DF8E0}" srcOrd="0" destOrd="0" presId="urn:microsoft.com/office/officeart/2005/8/layout/vList2"/>
    <dgm:cxn modelId="{4DC2BFBF-8350-4271-804B-6203905EBCCA}" srcId="{658DAB71-944A-478C-8B35-03C5024F5A39}" destId="{E98522BB-9886-4920-A499-CA40802414BC}" srcOrd="0" destOrd="0" parTransId="{AC810B2F-5F30-49D3-8407-C5FE1B6EA4C3}" sibTransId="{07328D2C-0FE7-435D-B43F-9C4EDFB1E1A1}"/>
    <dgm:cxn modelId="{44D91CC7-23C0-42B9-9E6E-4703EABA3B43}" srcId="{658DAB71-944A-478C-8B35-03C5024F5A39}" destId="{0950BEC9-A56C-424A-8617-4087AE8480EC}" srcOrd="2" destOrd="0" parTransId="{4C223B9C-9EC8-4ABC-83AE-96252772A1D2}" sibTransId="{C627A420-1CA1-48A6-936D-AC7BF92914D2}"/>
    <dgm:cxn modelId="{6E267D89-E472-4F78-A724-EA3E53C7458D}" type="presParOf" srcId="{AF81F129-21DA-4526-B80D-E48DA525DDF4}" destId="{2FB4977A-AB3F-43C4-898F-8B946C0E02AE}" srcOrd="0" destOrd="0" presId="urn:microsoft.com/office/officeart/2005/8/layout/vList2"/>
    <dgm:cxn modelId="{8A9FBBDC-2137-49F0-AB91-7BEF0BA73157}" type="presParOf" srcId="{AF81F129-21DA-4526-B80D-E48DA525DDF4}" destId="{FD652DCD-FA2C-4863-A68A-07A0BD1A2EE1}" srcOrd="1" destOrd="0" presId="urn:microsoft.com/office/officeart/2005/8/layout/vList2"/>
    <dgm:cxn modelId="{FAAD5FAD-5244-435C-86FD-9FF79FAED0E6}" type="presParOf" srcId="{AF81F129-21DA-4526-B80D-E48DA525DDF4}" destId="{3FEAEAD4-B6BA-4943-90CB-43AF1B4DF8E0}" srcOrd="2" destOrd="0" presId="urn:microsoft.com/office/officeart/2005/8/layout/vList2"/>
    <dgm:cxn modelId="{04D83F17-4DB1-409B-8178-3CA9BB1632C3}" type="presParOf" srcId="{AF81F129-21DA-4526-B80D-E48DA525DDF4}" destId="{F2BC7D7E-DBAD-4267-B4FD-C26E5997294B}" srcOrd="3" destOrd="0" presId="urn:microsoft.com/office/officeart/2005/8/layout/vList2"/>
    <dgm:cxn modelId="{CC84EDD8-03AB-41D0-8ECF-F6E7013487DD}" type="presParOf" srcId="{AF81F129-21DA-4526-B80D-E48DA525DDF4}" destId="{00C8950E-EE21-4363-ABC5-B6E280941D0B}" srcOrd="4" destOrd="0" presId="urn:microsoft.com/office/officeart/2005/8/layout/vList2"/>
    <dgm:cxn modelId="{24388AB7-AD9B-4F42-B596-EF6C10ADBA79}" type="presParOf" srcId="{AF81F129-21DA-4526-B80D-E48DA525DDF4}" destId="{27722A00-7777-4444-B8D8-4E96DF323AD5}" srcOrd="5" destOrd="0" presId="urn:microsoft.com/office/officeart/2005/8/layout/vList2"/>
    <dgm:cxn modelId="{22FCDCC3-9907-44B1-A5B2-A952D972C192}" type="presParOf" srcId="{AF81F129-21DA-4526-B80D-E48DA525DDF4}" destId="{94197AB0-1A39-47DB-9578-8DC5109FD2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9BC760-9CEA-4E40-84DF-022D9CBC58C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1764AED-2559-457F-8D45-C397A88232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Equipe técnica especializada</a:t>
          </a:r>
        </a:p>
      </dgm:t>
    </dgm:pt>
    <dgm:pt modelId="{5F7A0360-3E2D-497D-8F09-53DA4EAB7CF9}" type="parTrans" cxnId="{1B07AB72-172D-4B68-959F-B3A1FFEC2A84}">
      <dgm:prSet/>
      <dgm:spPr/>
      <dgm:t>
        <a:bodyPr/>
        <a:lstStyle/>
        <a:p>
          <a:endParaRPr lang="en-US"/>
        </a:p>
      </dgm:t>
    </dgm:pt>
    <dgm:pt modelId="{1342F7C7-52A8-427A-89DF-8FB4C534CD55}" type="sibTrans" cxnId="{1B07AB72-172D-4B68-959F-B3A1FFEC2A84}">
      <dgm:prSet/>
      <dgm:spPr/>
      <dgm:t>
        <a:bodyPr/>
        <a:lstStyle/>
        <a:p>
          <a:endParaRPr lang="en-US"/>
        </a:p>
      </dgm:t>
    </dgm:pt>
    <dgm:pt modelId="{6723149F-FCDA-4777-9B6C-93DC3C0850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Projeto completo, detalhado e simulado</a:t>
          </a:r>
        </a:p>
      </dgm:t>
    </dgm:pt>
    <dgm:pt modelId="{9DAF7FC7-7BD1-447F-B310-D5901B134149}" type="parTrans" cxnId="{14A379A1-AB50-4F99-AC27-4DD14BB500B6}">
      <dgm:prSet/>
      <dgm:spPr/>
      <dgm:t>
        <a:bodyPr/>
        <a:lstStyle/>
        <a:p>
          <a:endParaRPr lang="en-US"/>
        </a:p>
      </dgm:t>
    </dgm:pt>
    <dgm:pt modelId="{1858CF7C-D206-41BC-AAC2-1573D1CB94C1}" type="sibTrans" cxnId="{14A379A1-AB50-4F99-AC27-4DD14BB500B6}">
      <dgm:prSet/>
      <dgm:spPr/>
      <dgm:t>
        <a:bodyPr/>
        <a:lstStyle/>
        <a:p>
          <a:endParaRPr lang="en-US"/>
        </a:p>
      </dgm:t>
    </dgm:pt>
    <dgm:pt modelId="{88A7FBE8-BE98-4AAF-AD8F-1A92EC7286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Suporte antes, durante e após implantação</a:t>
          </a:r>
        </a:p>
      </dgm:t>
    </dgm:pt>
    <dgm:pt modelId="{48FE4934-E5BD-48A2-BB5A-535EB6C50903}" type="parTrans" cxnId="{27FE85C4-152E-47F6-A6E3-775CA236D7B9}">
      <dgm:prSet/>
      <dgm:spPr/>
      <dgm:t>
        <a:bodyPr/>
        <a:lstStyle/>
        <a:p>
          <a:endParaRPr lang="en-US"/>
        </a:p>
      </dgm:t>
    </dgm:pt>
    <dgm:pt modelId="{2CA21DE7-B540-4959-8734-467D5C0CDFF5}" type="sibTrans" cxnId="{27FE85C4-152E-47F6-A6E3-775CA236D7B9}">
      <dgm:prSet/>
      <dgm:spPr/>
      <dgm:t>
        <a:bodyPr/>
        <a:lstStyle/>
        <a:p>
          <a:endParaRPr lang="en-US"/>
        </a:p>
      </dgm:t>
    </dgm:pt>
    <dgm:pt modelId="{F999F093-9294-4A58-8FC9-F2230A0E3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Compromisso com inovação e qualidade</a:t>
          </a:r>
        </a:p>
      </dgm:t>
    </dgm:pt>
    <dgm:pt modelId="{0BF75467-7395-4D47-AED8-D5A46E1BD601}" type="parTrans" cxnId="{2A344BBD-A609-4A0C-9EEA-9884EB807395}">
      <dgm:prSet/>
      <dgm:spPr/>
      <dgm:t>
        <a:bodyPr/>
        <a:lstStyle/>
        <a:p>
          <a:endParaRPr lang="en-US"/>
        </a:p>
      </dgm:t>
    </dgm:pt>
    <dgm:pt modelId="{E2F57296-EFD3-4E9A-B45C-97F1ECD01696}" type="sibTrans" cxnId="{2A344BBD-A609-4A0C-9EEA-9884EB807395}">
      <dgm:prSet/>
      <dgm:spPr/>
      <dgm:t>
        <a:bodyPr/>
        <a:lstStyle/>
        <a:p>
          <a:endParaRPr lang="en-US"/>
        </a:p>
      </dgm:t>
    </dgm:pt>
    <dgm:pt modelId="{DD709BD0-231B-4261-8715-B96900B8A5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Intranet personalizada e estrutura segura</a:t>
          </a:r>
        </a:p>
      </dgm:t>
    </dgm:pt>
    <dgm:pt modelId="{D539603D-FDCB-40C4-B5C6-C5B94DE014F0}" type="parTrans" cxnId="{B6445079-A359-4B48-B9AB-02D44AF8F2CC}">
      <dgm:prSet/>
      <dgm:spPr/>
      <dgm:t>
        <a:bodyPr/>
        <a:lstStyle/>
        <a:p>
          <a:endParaRPr lang="en-US"/>
        </a:p>
      </dgm:t>
    </dgm:pt>
    <dgm:pt modelId="{4E466ED1-5930-4FD0-9C82-97D75C66E737}" type="sibTrans" cxnId="{B6445079-A359-4B48-B9AB-02D44AF8F2CC}">
      <dgm:prSet/>
      <dgm:spPr/>
      <dgm:t>
        <a:bodyPr/>
        <a:lstStyle/>
        <a:p>
          <a:endParaRPr lang="en-US"/>
        </a:p>
      </dgm:t>
    </dgm:pt>
    <dgm:pt modelId="{7D2B82DE-8206-4344-A983-58FB56410BE9}" type="pres">
      <dgm:prSet presAssocID="{409BC760-9CEA-4E40-84DF-022D9CBC58C5}" presName="root" presStyleCnt="0">
        <dgm:presLayoutVars>
          <dgm:dir/>
          <dgm:resizeHandles val="exact"/>
        </dgm:presLayoutVars>
      </dgm:prSet>
      <dgm:spPr/>
    </dgm:pt>
    <dgm:pt modelId="{707522E8-E7C7-4332-8D8D-02806B76AC95}" type="pres">
      <dgm:prSet presAssocID="{31764AED-2559-457F-8D45-C397A8823217}" presName="compNode" presStyleCnt="0"/>
      <dgm:spPr/>
    </dgm:pt>
    <dgm:pt modelId="{5ECA081D-AEB4-4B70-BBE5-B8DFC5EFB4A9}" type="pres">
      <dgm:prSet presAssocID="{31764AED-2559-457F-8D45-C397A8823217}" presName="bgRect" presStyleLbl="bgShp" presStyleIdx="0" presStyleCnt="5"/>
      <dgm:spPr/>
    </dgm:pt>
    <dgm:pt modelId="{65E450E9-8FB6-49E7-A9BC-135F974674DF}" type="pres">
      <dgm:prSet presAssocID="{31764AED-2559-457F-8D45-C397A882321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87EE0464-0E11-4D8C-B6B9-AB36D0DE64C9}" type="pres">
      <dgm:prSet presAssocID="{31764AED-2559-457F-8D45-C397A8823217}" presName="spaceRect" presStyleCnt="0"/>
      <dgm:spPr/>
    </dgm:pt>
    <dgm:pt modelId="{D2D802EB-58D1-46F3-BFCA-2C4FF39CC90E}" type="pres">
      <dgm:prSet presAssocID="{31764AED-2559-457F-8D45-C397A8823217}" presName="parTx" presStyleLbl="revTx" presStyleIdx="0" presStyleCnt="5">
        <dgm:presLayoutVars>
          <dgm:chMax val="0"/>
          <dgm:chPref val="0"/>
        </dgm:presLayoutVars>
      </dgm:prSet>
      <dgm:spPr/>
    </dgm:pt>
    <dgm:pt modelId="{79146638-3C8A-4577-801A-C11C9F2AA372}" type="pres">
      <dgm:prSet presAssocID="{1342F7C7-52A8-427A-89DF-8FB4C534CD55}" presName="sibTrans" presStyleCnt="0"/>
      <dgm:spPr/>
    </dgm:pt>
    <dgm:pt modelId="{DB92963C-1BBB-4F9D-B6A1-79BD6D0FABD8}" type="pres">
      <dgm:prSet presAssocID="{6723149F-FCDA-4777-9B6C-93DC3C085014}" presName="compNode" presStyleCnt="0"/>
      <dgm:spPr/>
    </dgm:pt>
    <dgm:pt modelId="{D27A8D98-EA58-4532-B0C8-F34D8D58C7F2}" type="pres">
      <dgm:prSet presAssocID="{6723149F-FCDA-4777-9B6C-93DC3C085014}" presName="bgRect" presStyleLbl="bgShp" presStyleIdx="1" presStyleCnt="5" custLinFactNeighborY="4835"/>
      <dgm:spPr/>
    </dgm:pt>
    <dgm:pt modelId="{42DC5346-D8CA-4852-A05B-E4636E1D9B93}" type="pres">
      <dgm:prSet presAssocID="{6723149F-FCDA-4777-9B6C-93DC3C08501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445FE0A2-C02A-479A-90E6-A47C07E7B0BB}" type="pres">
      <dgm:prSet presAssocID="{6723149F-FCDA-4777-9B6C-93DC3C085014}" presName="spaceRect" presStyleCnt="0"/>
      <dgm:spPr/>
    </dgm:pt>
    <dgm:pt modelId="{22BB4178-E223-46DB-8EFC-E8FB4E6E8366}" type="pres">
      <dgm:prSet presAssocID="{6723149F-FCDA-4777-9B6C-93DC3C085014}" presName="parTx" presStyleLbl="revTx" presStyleIdx="1" presStyleCnt="5">
        <dgm:presLayoutVars>
          <dgm:chMax val="0"/>
          <dgm:chPref val="0"/>
        </dgm:presLayoutVars>
      </dgm:prSet>
      <dgm:spPr/>
    </dgm:pt>
    <dgm:pt modelId="{33681A9B-FC04-455E-865D-32A2935C5B35}" type="pres">
      <dgm:prSet presAssocID="{1858CF7C-D206-41BC-AAC2-1573D1CB94C1}" presName="sibTrans" presStyleCnt="0"/>
      <dgm:spPr/>
    </dgm:pt>
    <dgm:pt modelId="{4BB205CC-481F-4BA8-8ECC-1C4A24466B17}" type="pres">
      <dgm:prSet presAssocID="{88A7FBE8-BE98-4AAF-AD8F-1A92EC7286B3}" presName="compNode" presStyleCnt="0"/>
      <dgm:spPr/>
    </dgm:pt>
    <dgm:pt modelId="{411B843A-8F85-48BB-BE70-A50582F14458}" type="pres">
      <dgm:prSet presAssocID="{88A7FBE8-BE98-4AAF-AD8F-1A92EC7286B3}" presName="bgRect" presStyleLbl="bgShp" presStyleIdx="2" presStyleCnt="5"/>
      <dgm:spPr/>
    </dgm:pt>
    <dgm:pt modelId="{D1A64785-ED82-4D6C-9629-AEE2F782DC8C}" type="pres">
      <dgm:prSet presAssocID="{88A7FBE8-BE98-4AAF-AD8F-1A92EC7286B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C4FA05C6-9E83-4669-9715-B92BCE32A8EB}" type="pres">
      <dgm:prSet presAssocID="{88A7FBE8-BE98-4AAF-AD8F-1A92EC7286B3}" presName="spaceRect" presStyleCnt="0"/>
      <dgm:spPr/>
    </dgm:pt>
    <dgm:pt modelId="{411B772A-400C-4480-9EA4-45453FBA8A65}" type="pres">
      <dgm:prSet presAssocID="{88A7FBE8-BE98-4AAF-AD8F-1A92EC7286B3}" presName="parTx" presStyleLbl="revTx" presStyleIdx="2" presStyleCnt="5">
        <dgm:presLayoutVars>
          <dgm:chMax val="0"/>
          <dgm:chPref val="0"/>
        </dgm:presLayoutVars>
      </dgm:prSet>
      <dgm:spPr/>
    </dgm:pt>
    <dgm:pt modelId="{92D6D720-1F81-4A81-A0C3-8FF70DB3BE5C}" type="pres">
      <dgm:prSet presAssocID="{2CA21DE7-B540-4959-8734-467D5C0CDFF5}" presName="sibTrans" presStyleCnt="0"/>
      <dgm:spPr/>
    </dgm:pt>
    <dgm:pt modelId="{48C3685B-6301-4009-BA8A-511451295729}" type="pres">
      <dgm:prSet presAssocID="{F999F093-9294-4A58-8FC9-F2230A0E3A4F}" presName="compNode" presStyleCnt="0"/>
      <dgm:spPr/>
    </dgm:pt>
    <dgm:pt modelId="{40B8F4BF-7BA2-4923-97FB-FB87E60FB790}" type="pres">
      <dgm:prSet presAssocID="{F999F093-9294-4A58-8FC9-F2230A0E3A4F}" presName="bgRect" presStyleLbl="bgShp" presStyleIdx="3" presStyleCnt="5"/>
      <dgm:spPr/>
    </dgm:pt>
    <dgm:pt modelId="{7D090FFF-6DBC-4A04-B7A2-1A561B599B28}" type="pres">
      <dgm:prSet presAssocID="{F999F093-9294-4A58-8FC9-F2230A0E3A4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28674414-056D-4B7F-9811-ED6F7E8C3665}" type="pres">
      <dgm:prSet presAssocID="{F999F093-9294-4A58-8FC9-F2230A0E3A4F}" presName="spaceRect" presStyleCnt="0"/>
      <dgm:spPr/>
    </dgm:pt>
    <dgm:pt modelId="{986B86B4-33B6-4283-A8D4-17FE0D7EF4DA}" type="pres">
      <dgm:prSet presAssocID="{F999F093-9294-4A58-8FC9-F2230A0E3A4F}" presName="parTx" presStyleLbl="revTx" presStyleIdx="3" presStyleCnt="5">
        <dgm:presLayoutVars>
          <dgm:chMax val="0"/>
          <dgm:chPref val="0"/>
        </dgm:presLayoutVars>
      </dgm:prSet>
      <dgm:spPr/>
    </dgm:pt>
    <dgm:pt modelId="{EED94F12-39D1-444F-9BD5-3AEEF05DC4AA}" type="pres">
      <dgm:prSet presAssocID="{E2F57296-EFD3-4E9A-B45C-97F1ECD01696}" presName="sibTrans" presStyleCnt="0"/>
      <dgm:spPr/>
    </dgm:pt>
    <dgm:pt modelId="{641278A4-24C1-4D1E-83DF-A5693B592F0A}" type="pres">
      <dgm:prSet presAssocID="{DD709BD0-231B-4261-8715-B96900B8A50E}" presName="compNode" presStyleCnt="0"/>
      <dgm:spPr/>
    </dgm:pt>
    <dgm:pt modelId="{CD3BA53F-BA50-4EFD-AE12-C92EAB9A8770}" type="pres">
      <dgm:prSet presAssocID="{DD709BD0-231B-4261-8715-B96900B8A50E}" presName="bgRect" presStyleLbl="bgShp" presStyleIdx="4" presStyleCnt="5"/>
      <dgm:spPr/>
    </dgm:pt>
    <dgm:pt modelId="{DCD96022-B35B-4778-AD5E-412590BE1849}" type="pres">
      <dgm:prSet presAssocID="{DD709BD0-231B-4261-8715-B96900B8A50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16657BBA-A8B0-4776-AD5A-1B000BEBD7CA}" type="pres">
      <dgm:prSet presAssocID="{DD709BD0-231B-4261-8715-B96900B8A50E}" presName="spaceRect" presStyleCnt="0"/>
      <dgm:spPr/>
    </dgm:pt>
    <dgm:pt modelId="{3BB1F5A7-F8AD-439A-B3B2-14016CF833D6}" type="pres">
      <dgm:prSet presAssocID="{DD709BD0-231B-4261-8715-B96900B8A50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9AF8B09-EF7B-47B0-A498-EC479658DA41}" type="presOf" srcId="{88A7FBE8-BE98-4AAF-AD8F-1A92EC7286B3}" destId="{411B772A-400C-4480-9EA4-45453FBA8A65}" srcOrd="0" destOrd="0" presId="urn:microsoft.com/office/officeart/2018/2/layout/IconVerticalSolidList"/>
    <dgm:cxn modelId="{79A21113-68EC-45C9-BD13-2C606A8FA467}" type="presOf" srcId="{409BC760-9CEA-4E40-84DF-022D9CBC58C5}" destId="{7D2B82DE-8206-4344-A983-58FB56410BE9}" srcOrd="0" destOrd="0" presId="urn:microsoft.com/office/officeart/2018/2/layout/IconVerticalSolidList"/>
    <dgm:cxn modelId="{81E0E238-19DE-4E45-8DF6-0A5B0900D39C}" type="presOf" srcId="{6723149F-FCDA-4777-9B6C-93DC3C085014}" destId="{22BB4178-E223-46DB-8EFC-E8FB4E6E8366}" srcOrd="0" destOrd="0" presId="urn:microsoft.com/office/officeart/2018/2/layout/IconVerticalSolidList"/>
    <dgm:cxn modelId="{9D613241-C11E-4BB4-9D83-64B0704D5071}" type="presOf" srcId="{31764AED-2559-457F-8D45-C397A8823217}" destId="{D2D802EB-58D1-46F3-BFCA-2C4FF39CC90E}" srcOrd="0" destOrd="0" presId="urn:microsoft.com/office/officeart/2018/2/layout/IconVerticalSolidList"/>
    <dgm:cxn modelId="{1B07AB72-172D-4B68-959F-B3A1FFEC2A84}" srcId="{409BC760-9CEA-4E40-84DF-022D9CBC58C5}" destId="{31764AED-2559-457F-8D45-C397A8823217}" srcOrd="0" destOrd="0" parTransId="{5F7A0360-3E2D-497D-8F09-53DA4EAB7CF9}" sibTransId="{1342F7C7-52A8-427A-89DF-8FB4C534CD55}"/>
    <dgm:cxn modelId="{B6445079-A359-4B48-B9AB-02D44AF8F2CC}" srcId="{409BC760-9CEA-4E40-84DF-022D9CBC58C5}" destId="{DD709BD0-231B-4261-8715-B96900B8A50E}" srcOrd="4" destOrd="0" parTransId="{D539603D-FDCB-40C4-B5C6-C5B94DE014F0}" sibTransId="{4E466ED1-5930-4FD0-9C82-97D75C66E737}"/>
    <dgm:cxn modelId="{14A379A1-AB50-4F99-AC27-4DD14BB500B6}" srcId="{409BC760-9CEA-4E40-84DF-022D9CBC58C5}" destId="{6723149F-FCDA-4777-9B6C-93DC3C085014}" srcOrd="1" destOrd="0" parTransId="{9DAF7FC7-7BD1-447F-B310-D5901B134149}" sibTransId="{1858CF7C-D206-41BC-AAC2-1573D1CB94C1}"/>
    <dgm:cxn modelId="{2A344BBD-A609-4A0C-9EEA-9884EB807395}" srcId="{409BC760-9CEA-4E40-84DF-022D9CBC58C5}" destId="{F999F093-9294-4A58-8FC9-F2230A0E3A4F}" srcOrd="3" destOrd="0" parTransId="{0BF75467-7395-4D47-AED8-D5A46E1BD601}" sibTransId="{E2F57296-EFD3-4E9A-B45C-97F1ECD01696}"/>
    <dgm:cxn modelId="{27FE85C4-152E-47F6-A6E3-775CA236D7B9}" srcId="{409BC760-9CEA-4E40-84DF-022D9CBC58C5}" destId="{88A7FBE8-BE98-4AAF-AD8F-1A92EC7286B3}" srcOrd="2" destOrd="0" parTransId="{48FE4934-E5BD-48A2-BB5A-535EB6C50903}" sibTransId="{2CA21DE7-B540-4959-8734-467D5C0CDFF5}"/>
    <dgm:cxn modelId="{FCC5F2D8-0DAD-4295-A3C9-856E66A0E899}" type="presOf" srcId="{DD709BD0-231B-4261-8715-B96900B8A50E}" destId="{3BB1F5A7-F8AD-439A-B3B2-14016CF833D6}" srcOrd="0" destOrd="0" presId="urn:microsoft.com/office/officeart/2018/2/layout/IconVerticalSolidList"/>
    <dgm:cxn modelId="{B23FD8E6-9AFC-43DD-90E5-F812743208B8}" type="presOf" srcId="{F999F093-9294-4A58-8FC9-F2230A0E3A4F}" destId="{986B86B4-33B6-4283-A8D4-17FE0D7EF4DA}" srcOrd="0" destOrd="0" presId="urn:microsoft.com/office/officeart/2018/2/layout/IconVerticalSolidList"/>
    <dgm:cxn modelId="{6CEB3A39-C3B5-4447-90E2-A86DB89481FF}" type="presParOf" srcId="{7D2B82DE-8206-4344-A983-58FB56410BE9}" destId="{707522E8-E7C7-4332-8D8D-02806B76AC95}" srcOrd="0" destOrd="0" presId="urn:microsoft.com/office/officeart/2018/2/layout/IconVerticalSolidList"/>
    <dgm:cxn modelId="{9E61F03B-5CAC-42BB-89FE-262CE228D123}" type="presParOf" srcId="{707522E8-E7C7-4332-8D8D-02806B76AC95}" destId="{5ECA081D-AEB4-4B70-BBE5-B8DFC5EFB4A9}" srcOrd="0" destOrd="0" presId="urn:microsoft.com/office/officeart/2018/2/layout/IconVerticalSolidList"/>
    <dgm:cxn modelId="{7D19F4BC-B35E-4561-A563-10C2F040A109}" type="presParOf" srcId="{707522E8-E7C7-4332-8D8D-02806B76AC95}" destId="{65E450E9-8FB6-49E7-A9BC-135F974674DF}" srcOrd="1" destOrd="0" presId="urn:microsoft.com/office/officeart/2018/2/layout/IconVerticalSolidList"/>
    <dgm:cxn modelId="{CA0B3AF8-90E1-460C-A9FB-317B684927AD}" type="presParOf" srcId="{707522E8-E7C7-4332-8D8D-02806B76AC95}" destId="{87EE0464-0E11-4D8C-B6B9-AB36D0DE64C9}" srcOrd="2" destOrd="0" presId="urn:microsoft.com/office/officeart/2018/2/layout/IconVerticalSolidList"/>
    <dgm:cxn modelId="{17D7DE9A-C6B5-4AA6-B165-181E557A410C}" type="presParOf" srcId="{707522E8-E7C7-4332-8D8D-02806B76AC95}" destId="{D2D802EB-58D1-46F3-BFCA-2C4FF39CC90E}" srcOrd="3" destOrd="0" presId="urn:microsoft.com/office/officeart/2018/2/layout/IconVerticalSolidList"/>
    <dgm:cxn modelId="{02BA5C95-159A-444A-B9F6-6F0C4BD1B3FB}" type="presParOf" srcId="{7D2B82DE-8206-4344-A983-58FB56410BE9}" destId="{79146638-3C8A-4577-801A-C11C9F2AA372}" srcOrd="1" destOrd="0" presId="urn:microsoft.com/office/officeart/2018/2/layout/IconVerticalSolidList"/>
    <dgm:cxn modelId="{29315068-BBB1-4186-8C41-65D1CD3254F2}" type="presParOf" srcId="{7D2B82DE-8206-4344-A983-58FB56410BE9}" destId="{DB92963C-1BBB-4F9D-B6A1-79BD6D0FABD8}" srcOrd="2" destOrd="0" presId="urn:microsoft.com/office/officeart/2018/2/layout/IconVerticalSolidList"/>
    <dgm:cxn modelId="{48A8F9BB-A521-4AE8-9176-756212F2E554}" type="presParOf" srcId="{DB92963C-1BBB-4F9D-B6A1-79BD6D0FABD8}" destId="{D27A8D98-EA58-4532-B0C8-F34D8D58C7F2}" srcOrd="0" destOrd="0" presId="urn:microsoft.com/office/officeart/2018/2/layout/IconVerticalSolidList"/>
    <dgm:cxn modelId="{570FDD14-4C97-458D-96FA-7E838F66638A}" type="presParOf" srcId="{DB92963C-1BBB-4F9D-B6A1-79BD6D0FABD8}" destId="{42DC5346-D8CA-4852-A05B-E4636E1D9B93}" srcOrd="1" destOrd="0" presId="urn:microsoft.com/office/officeart/2018/2/layout/IconVerticalSolidList"/>
    <dgm:cxn modelId="{EE89157A-D314-4193-A162-4F0649ED17C7}" type="presParOf" srcId="{DB92963C-1BBB-4F9D-B6A1-79BD6D0FABD8}" destId="{445FE0A2-C02A-479A-90E6-A47C07E7B0BB}" srcOrd="2" destOrd="0" presId="urn:microsoft.com/office/officeart/2018/2/layout/IconVerticalSolidList"/>
    <dgm:cxn modelId="{14723833-9D7A-4E34-A4BE-E23877775440}" type="presParOf" srcId="{DB92963C-1BBB-4F9D-B6A1-79BD6D0FABD8}" destId="{22BB4178-E223-46DB-8EFC-E8FB4E6E8366}" srcOrd="3" destOrd="0" presId="urn:microsoft.com/office/officeart/2018/2/layout/IconVerticalSolidList"/>
    <dgm:cxn modelId="{2ABCCE45-FDC6-440D-9D74-BD209F2362A5}" type="presParOf" srcId="{7D2B82DE-8206-4344-A983-58FB56410BE9}" destId="{33681A9B-FC04-455E-865D-32A2935C5B35}" srcOrd="3" destOrd="0" presId="urn:microsoft.com/office/officeart/2018/2/layout/IconVerticalSolidList"/>
    <dgm:cxn modelId="{0FAAA89A-4BFA-452C-92CE-350EDB85A43E}" type="presParOf" srcId="{7D2B82DE-8206-4344-A983-58FB56410BE9}" destId="{4BB205CC-481F-4BA8-8ECC-1C4A24466B17}" srcOrd="4" destOrd="0" presId="urn:microsoft.com/office/officeart/2018/2/layout/IconVerticalSolidList"/>
    <dgm:cxn modelId="{368C8140-8A16-4B87-8F53-F39039851228}" type="presParOf" srcId="{4BB205CC-481F-4BA8-8ECC-1C4A24466B17}" destId="{411B843A-8F85-48BB-BE70-A50582F14458}" srcOrd="0" destOrd="0" presId="urn:microsoft.com/office/officeart/2018/2/layout/IconVerticalSolidList"/>
    <dgm:cxn modelId="{3A38E58C-C812-4518-A6EF-A494E4912461}" type="presParOf" srcId="{4BB205CC-481F-4BA8-8ECC-1C4A24466B17}" destId="{D1A64785-ED82-4D6C-9629-AEE2F782DC8C}" srcOrd="1" destOrd="0" presId="urn:microsoft.com/office/officeart/2018/2/layout/IconVerticalSolidList"/>
    <dgm:cxn modelId="{E9A3458A-93BC-415D-8490-BAA0430CAE07}" type="presParOf" srcId="{4BB205CC-481F-4BA8-8ECC-1C4A24466B17}" destId="{C4FA05C6-9E83-4669-9715-B92BCE32A8EB}" srcOrd="2" destOrd="0" presId="urn:microsoft.com/office/officeart/2018/2/layout/IconVerticalSolidList"/>
    <dgm:cxn modelId="{F30CF0B7-B371-43B0-81AF-2E49A23BCD5F}" type="presParOf" srcId="{4BB205CC-481F-4BA8-8ECC-1C4A24466B17}" destId="{411B772A-400C-4480-9EA4-45453FBA8A65}" srcOrd="3" destOrd="0" presId="urn:microsoft.com/office/officeart/2018/2/layout/IconVerticalSolidList"/>
    <dgm:cxn modelId="{5762A2F2-3CAF-455E-9EA1-8CDE7A1D5076}" type="presParOf" srcId="{7D2B82DE-8206-4344-A983-58FB56410BE9}" destId="{92D6D720-1F81-4A81-A0C3-8FF70DB3BE5C}" srcOrd="5" destOrd="0" presId="urn:microsoft.com/office/officeart/2018/2/layout/IconVerticalSolidList"/>
    <dgm:cxn modelId="{BB48AB8C-D98B-4F0E-996F-537B7D05320F}" type="presParOf" srcId="{7D2B82DE-8206-4344-A983-58FB56410BE9}" destId="{48C3685B-6301-4009-BA8A-511451295729}" srcOrd="6" destOrd="0" presId="urn:microsoft.com/office/officeart/2018/2/layout/IconVerticalSolidList"/>
    <dgm:cxn modelId="{A11100CF-8DD5-40AF-BC89-FB42B58B45FC}" type="presParOf" srcId="{48C3685B-6301-4009-BA8A-511451295729}" destId="{40B8F4BF-7BA2-4923-97FB-FB87E60FB790}" srcOrd="0" destOrd="0" presId="urn:microsoft.com/office/officeart/2018/2/layout/IconVerticalSolidList"/>
    <dgm:cxn modelId="{D8EAB02D-C805-41C5-9C70-41E690B0201E}" type="presParOf" srcId="{48C3685B-6301-4009-BA8A-511451295729}" destId="{7D090FFF-6DBC-4A04-B7A2-1A561B599B28}" srcOrd="1" destOrd="0" presId="urn:microsoft.com/office/officeart/2018/2/layout/IconVerticalSolidList"/>
    <dgm:cxn modelId="{6BD3DD7D-77F3-4E73-B7F2-5F0F4AD70721}" type="presParOf" srcId="{48C3685B-6301-4009-BA8A-511451295729}" destId="{28674414-056D-4B7F-9811-ED6F7E8C3665}" srcOrd="2" destOrd="0" presId="urn:microsoft.com/office/officeart/2018/2/layout/IconVerticalSolidList"/>
    <dgm:cxn modelId="{99B4D453-6EE4-4D44-AF61-539B3B5D135F}" type="presParOf" srcId="{48C3685B-6301-4009-BA8A-511451295729}" destId="{986B86B4-33B6-4283-A8D4-17FE0D7EF4DA}" srcOrd="3" destOrd="0" presId="urn:microsoft.com/office/officeart/2018/2/layout/IconVerticalSolidList"/>
    <dgm:cxn modelId="{640BDBF2-CD3B-4C61-BEF0-E5D8E79537A3}" type="presParOf" srcId="{7D2B82DE-8206-4344-A983-58FB56410BE9}" destId="{EED94F12-39D1-444F-9BD5-3AEEF05DC4AA}" srcOrd="7" destOrd="0" presId="urn:microsoft.com/office/officeart/2018/2/layout/IconVerticalSolidList"/>
    <dgm:cxn modelId="{4F65A2DD-AF83-4155-ACDF-9D2C63BF7D4C}" type="presParOf" srcId="{7D2B82DE-8206-4344-A983-58FB56410BE9}" destId="{641278A4-24C1-4D1E-83DF-A5693B592F0A}" srcOrd="8" destOrd="0" presId="urn:microsoft.com/office/officeart/2018/2/layout/IconVerticalSolidList"/>
    <dgm:cxn modelId="{26A00454-FBBD-47B1-A25A-20775BCA809C}" type="presParOf" srcId="{641278A4-24C1-4D1E-83DF-A5693B592F0A}" destId="{CD3BA53F-BA50-4EFD-AE12-C92EAB9A8770}" srcOrd="0" destOrd="0" presId="urn:microsoft.com/office/officeart/2018/2/layout/IconVerticalSolidList"/>
    <dgm:cxn modelId="{A39AFD22-ECF7-4315-BC9C-888EBF70ABF7}" type="presParOf" srcId="{641278A4-24C1-4D1E-83DF-A5693B592F0A}" destId="{DCD96022-B35B-4778-AD5E-412590BE1849}" srcOrd="1" destOrd="0" presId="urn:microsoft.com/office/officeart/2018/2/layout/IconVerticalSolidList"/>
    <dgm:cxn modelId="{4E213DB1-B047-4E30-8661-942348593D89}" type="presParOf" srcId="{641278A4-24C1-4D1E-83DF-A5693B592F0A}" destId="{16657BBA-A8B0-4776-AD5A-1B000BEBD7CA}" srcOrd="2" destOrd="0" presId="urn:microsoft.com/office/officeart/2018/2/layout/IconVerticalSolidList"/>
    <dgm:cxn modelId="{C14D40FA-94FF-44BA-9E85-4EA6EE4B2AD8}" type="presParOf" srcId="{641278A4-24C1-4D1E-83DF-A5693B592F0A}" destId="{3BB1F5A7-F8AD-439A-B3B2-14016CF833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789EB1-C3C2-434F-AF71-1A1F2BDCE78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30C7B5C-A125-44A8-9B53-6F611E4417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Dia 1-2: Levantamento e cabeamento</a:t>
          </a:r>
        </a:p>
      </dgm:t>
    </dgm:pt>
    <dgm:pt modelId="{91142826-7AA6-44CA-BE88-230C8EC7B6F3}" type="parTrans" cxnId="{FE05AE85-5CE0-4640-BCF2-73D53087FDD0}">
      <dgm:prSet/>
      <dgm:spPr/>
      <dgm:t>
        <a:bodyPr/>
        <a:lstStyle/>
        <a:p>
          <a:endParaRPr lang="en-US"/>
        </a:p>
      </dgm:t>
    </dgm:pt>
    <dgm:pt modelId="{841E550A-54E9-4257-B636-58CC26C43EF2}" type="sibTrans" cxnId="{FE05AE85-5CE0-4640-BCF2-73D53087FDD0}">
      <dgm:prSet/>
      <dgm:spPr/>
      <dgm:t>
        <a:bodyPr/>
        <a:lstStyle/>
        <a:p>
          <a:endParaRPr lang="en-US"/>
        </a:p>
      </dgm:t>
    </dgm:pt>
    <dgm:pt modelId="{8D99C792-2A5A-403C-B74C-75E7FC78C6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Dia 3-4: Instalação de equipamentos</a:t>
          </a:r>
        </a:p>
      </dgm:t>
    </dgm:pt>
    <dgm:pt modelId="{62AC52EE-4F6B-4756-B1B8-B118CC2C1470}" type="parTrans" cxnId="{90D54AFB-4ABC-4DC5-8D23-73610FCD5BCC}">
      <dgm:prSet/>
      <dgm:spPr/>
      <dgm:t>
        <a:bodyPr/>
        <a:lstStyle/>
        <a:p>
          <a:endParaRPr lang="en-US"/>
        </a:p>
      </dgm:t>
    </dgm:pt>
    <dgm:pt modelId="{E708933F-ECD2-42A1-9392-40886C3ED544}" type="sibTrans" cxnId="{90D54AFB-4ABC-4DC5-8D23-73610FCD5BCC}">
      <dgm:prSet/>
      <dgm:spPr/>
      <dgm:t>
        <a:bodyPr/>
        <a:lstStyle/>
        <a:p>
          <a:endParaRPr lang="en-US"/>
        </a:p>
      </dgm:t>
    </dgm:pt>
    <dgm:pt modelId="{BD5BF353-96CB-4FFA-A3D4-8BF2528536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Dia 5: Configuração de rede e servidores</a:t>
          </a:r>
        </a:p>
      </dgm:t>
    </dgm:pt>
    <dgm:pt modelId="{438C07E0-9727-4BA8-A23B-3A2BBA0C6304}" type="parTrans" cxnId="{DC255BB1-4B85-44E0-A66B-FD3CD40D0819}">
      <dgm:prSet/>
      <dgm:spPr/>
      <dgm:t>
        <a:bodyPr/>
        <a:lstStyle/>
        <a:p>
          <a:endParaRPr lang="en-US"/>
        </a:p>
      </dgm:t>
    </dgm:pt>
    <dgm:pt modelId="{764CF076-7353-4EEF-9A00-513412E1AA40}" type="sibTrans" cxnId="{DC255BB1-4B85-44E0-A66B-FD3CD40D0819}">
      <dgm:prSet/>
      <dgm:spPr/>
      <dgm:t>
        <a:bodyPr/>
        <a:lstStyle/>
        <a:p>
          <a:endParaRPr lang="en-US"/>
        </a:p>
      </dgm:t>
    </dgm:pt>
    <dgm:pt modelId="{FA7C8C0E-5ED8-4272-A3BB-7D6662B650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Dia 6: Testes e validação</a:t>
          </a:r>
        </a:p>
      </dgm:t>
    </dgm:pt>
    <dgm:pt modelId="{81EB23BA-30D3-4ADA-8092-41F23FC1B0CE}" type="parTrans" cxnId="{3C58567B-D195-4F6A-AAE6-147B8BD9E819}">
      <dgm:prSet/>
      <dgm:spPr/>
      <dgm:t>
        <a:bodyPr/>
        <a:lstStyle/>
        <a:p>
          <a:endParaRPr lang="en-US"/>
        </a:p>
      </dgm:t>
    </dgm:pt>
    <dgm:pt modelId="{6A815A6D-ACE3-49D1-B519-639974A1F3F7}" type="sibTrans" cxnId="{3C58567B-D195-4F6A-AAE6-147B8BD9E819}">
      <dgm:prSet/>
      <dgm:spPr/>
      <dgm:t>
        <a:bodyPr/>
        <a:lstStyle/>
        <a:p>
          <a:endParaRPr lang="en-US"/>
        </a:p>
      </dgm:t>
    </dgm:pt>
    <dgm:pt modelId="{F3556087-4770-47D3-89FD-9AF4E8E09F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Dia 7: Entrega e treinamento</a:t>
          </a:r>
        </a:p>
      </dgm:t>
    </dgm:pt>
    <dgm:pt modelId="{1D2C6EBC-8CC5-46FB-9317-D3997F9E68CE}" type="parTrans" cxnId="{AC79471C-2F3D-438F-9D95-F041AEEEE31D}">
      <dgm:prSet/>
      <dgm:spPr/>
      <dgm:t>
        <a:bodyPr/>
        <a:lstStyle/>
        <a:p>
          <a:endParaRPr lang="en-US"/>
        </a:p>
      </dgm:t>
    </dgm:pt>
    <dgm:pt modelId="{4D423AAB-BE49-4342-AAE9-9033384E3A96}" type="sibTrans" cxnId="{AC79471C-2F3D-438F-9D95-F041AEEEE31D}">
      <dgm:prSet/>
      <dgm:spPr/>
      <dgm:t>
        <a:bodyPr/>
        <a:lstStyle/>
        <a:p>
          <a:endParaRPr lang="en-US"/>
        </a:p>
      </dgm:t>
    </dgm:pt>
    <dgm:pt modelId="{68F31C46-7042-43AE-B0AC-F747CEB41150}" type="pres">
      <dgm:prSet presAssocID="{4B789EB1-C3C2-434F-AF71-1A1F2BDCE789}" presName="root" presStyleCnt="0">
        <dgm:presLayoutVars>
          <dgm:dir/>
          <dgm:resizeHandles val="exact"/>
        </dgm:presLayoutVars>
      </dgm:prSet>
      <dgm:spPr/>
    </dgm:pt>
    <dgm:pt modelId="{337DD0F1-BACD-4EF0-9252-2C2A10DBCF67}" type="pres">
      <dgm:prSet presAssocID="{530C7B5C-A125-44A8-9B53-6F611E4417FF}" presName="compNode" presStyleCnt="0"/>
      <dgm:spPr/>
    </dgm:pt>
    <dgm:pt modelId="{F0D69B30-D757-4152-9241-04793C8E5119}" type="pres">
      <dgm:prSet presAssocID="{530C7B5C-A125-44A8-9B53-6F611E4417FF}" presName="bgRect" presStyleLbl="bgShp" presStyleIdx="0" presStyleCnt="5"/>
      <dgm:spPr/>
    </dgm:pt>
    <dgm:pt modelId="{C77FB3A8-7508-45C4-A975-362ECDAAE48B}" type="pres">
      <dgm:prSet presAssocID="{530C7B5C-A125-44A8-9B53-6F611E4417F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dy Builder"/>
        </a:ext>
      </dgm:extLst>
    </dgm:pt>
    <dgm:pt modelId="{708C48F2-7D65-488B-AA4B-10D063654C4F}" type="pres">
      <dgm:prSet presAssocID="{530C7B5C-A125-44A8-9B53-6F611E4417FF}" presName="spaceRect" presStyleCnt="0"/>
      <dgm:spPr/>
    </dgm:pt>
    <dgm:pt modelId="{443C1560-E3C8-45AE-94AD-DF73657D4343}" type="pres">
      <dgm:prSet presAssocID="{530C7B5C-A125-44A8-9B53-6F611E4417FF}" presName="parTx" presStyleLbl="revTx" presStyleIdx="0" presStyleCnt="5">
        <dgm:presLayoutVars>
          <dgm:chMax val="0"/>
          <dgm:chPref val="0"/>
        </dgm:presLayoutVars>
      </dgm:prSet>
      <dgm:spPr/>
    </dgm:pt>
    <dgm:pt modelId="{B8E4A6D2-BE7C-43B2-8B1A-0D69427DC1F2}" type="pres">
      <dgm:prSet presAssocID="{841E550A-54E9-4257-B636-58CC26C43EF2}" presName="sibTrans" presStyleCnt="0"/>
      <dgm:spPr/>
    </dgm:pt>
    <dgm:pt modelId="{07DF2D57-29A8-4427-939C-C06E369141CD}" type="pres">
      <dgm:prSet presAssocID="{8D99C792-2A5A-403C-B74C-75E7FC78C622}" presName="compNode" presStyleCnt="0"/>
      <dgm:spPr/>
    </dgm:pt>
    <dgm:pt modelId="{9F302D32-323A-462E-AFA6-8488ED955A2E}" type="pres">
      <dgm:prSet presAssocID="{8D99C792-2A5A-403C-B74C-75E7FC78C622}" presName="bgRect" presStyleLbl="bgShp" presStyleIdx="1" presStyleCnt="5"/>
      <dgm:spPr/>
    </dgm:pt>
    <dgm:pt modelId="{9A2EFAFE-6DE2-43E4-8F29-043F2DED730A}" type="pres">
      <dgm:prSet presAssocID="{8D99C792-2A5A-403C-B74C-75E7FC78C6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5459F5CC-A702-4510-9921-C1E373D89D18}" type="pres">
      <dgm:prSet presAssocID="{8D99C792-2A5A-403C-B74C-75E7FC78C622}" presName="spaceRect" presStyleCnt="0"/>
      <dgm:spPr/>
    </dgm:pt>
    <dgm:pt modelId="{6BDA5052-FAD8-4D63-B351-355352D1E33C}" type="pres">
      <dgm:prSet presAssocID="{8D99C792-2A5A-403C-B74C-75E7FC78C622}" presName="parTx" presStyleLbl="revTx" presStyleIdx="1" presStyleCnt="5">
        <dgm:presLayoutVars>
          <dgm:chMax val="0"/>
          <dgm:chPref val="0"/>
        </dgm:presLayoutVars>
      </dgm:prSet>
      <dgm:spPr/>
    </dgm:pt>
    <dgm:pt modelId="{FC6A3BED-5C79-4BE4-BCDC-01A20CEDF087}" type="pres">
      <dgm:prSet presAssocID="{E708933F-ECD2-42A1-9392-40886C3ED544}" presName="sibTrans" presStyleCnt="0"/>
      <dgm:spPr/>
    </dgm:pt>
    <dgm:pt modelId="{8DF0C3C5-A896-438E-8C0B-7C6EEE5C729E}" type="pres">
      <dgm:prSet presAssocID="{BD5BF353-96CB-4FFA-A3D4-8BF252853641}" presName="compNode" presStyleCnt="0"/>
      <dgm:spPr/>
    </dgm:pt>
    <dgm:pt modelId="{A976952A-8094-436F-826A-AC9BA137EC3C}" type="pres">
      <dgm:prSet presAssocID="{BD5BF353-96CB-4FFA-A3D4-8BF252853641}" presName="bgRect" presStyleLbl="bgShp" presStyleIdx="2" presStyleCnt="5"/>
      <dgm:spPr/>
    </dgm:pt>
    <dgm:pt modelId="{0AF28E04-2D88-47FE-B4C3-199DFDA7EBE3}" type="pres">
      <dgm:prSet presAssocID="{BD5BF353-96CB-4FFA-A3D4-8BF25285364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5831B892-BA3B-4F1F-8543-7FE2D5F62F6D}" type="pres">
      <dgm:prSet presAssocID="{BD5BF353-96CB-4FFA-A3D4-8BF252853641}" presName="spaceRect" presStyleCnt="0"/>
      <dgm:spPr/>
    </dgm:pt>
    <dgm:pt modelId="{D84D369A-AF93-40EE-AEE4-2E70AEA91962}" type="pres">
      <dgm:prSet presAssocID="{BD5BF353-96CB-4FFA-A3D4-8BF252853641}" presName="parTx" presStyleLbl="revTx" presStyleIdx="2" presStyleCnt="5">
        <dgm:presLayoutVars>
          <dgm:chMax val="0"/>
          <dgm:chPref val="0"/>
        </dgm:presLayoutVars>
      </dgm:prSet>
      <dgm:spPr/>
    </dgm:pt>
    <dgm:pt modelId="{5EB47D3C-D7E1-430E-812E-FAB9295007D3}" type="pres">
      <dgm:prSet presAssocID="{764CF076-7353-4EEF-9A00-513412E1AA40}" presName="sibTrans" presStyleCnt="0"/>
      <dgm:spPr/>
    </dgm:pt>
    <dgm:pt modelId="{44B42FD7-1AD5-4FC7-B5E4-197C70359B1F}" type="pres">
      <dgm:prSet presAssocID="{FA7C8C0E-5ED8-4272-A3BB-7D6662B6502E}" presName="compNode" presStyleCnt="0"/>
      <dgm:spPr/>
    </dgm:pt>
    <dgm:pt modelId="{026888A6-ACA1-4D7C-91C9-F0BECF686655}" type="pres">
      <dgm:prSet presAssocID="{FA7C8C0E-5ED8-4272-A3BB-7D6662B6502E}" presName="bgRect" presStyleLbl="bgShp" presStyleIdx="3" presStyleCnt="5"/>
      <dgm:spPr/>
    </dgm:pt>
    <dgm:pt modelId="{4793475A-8F91-4CE2-AE66-B90638D6FE38}" type="pres">
      <dgm:prSet presAssocID="{FA7C8C0E-5ED8-4272-A3BB-7D6662B6502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D9D7CA0E-6855-421E-A736-6A5C255AD814}" type="pres">
      <dgm:prSet presAssocID="{FA7C8C0E-5ED8-4272-A3BB-7D6662B6502E}" presName="spaceRect" presStyleCnt="0"/>
      <dgm:spPr/>
    </dgm:pt>
    <dgm:pt modelId="{CAF8C42C-2E1C-48F5-A120-6374CE0ACF0B}" type="pres">
      <dgm:prSet presAssocID="{FA7C8C0E-5ED8-4272-A3BB-7D6662B6502E}" presName="parTx" presStyleLbl="revTx" presStyleIdx="3" presStyleCnt="5">
        <dgm:presLayoutVars>
          <dgm:chMax val="0"/>
          <dgm:chPref val="0"/>
        </dgm:presLayoutVars>
      </dgm:prSet>
      <dgm:spPr/>
    </dgm:pt>
    <dgm:pt modelId="{DF16DCB8-A2BB-459C-BDD0-83F6D43AC66B}" type="pres">
      <dgm:prSet presAssocID="{6A815A6D-ACE3-49D1-B519-639974A1F3F7}" presName="sibTrans" presStyleCnt="0"/>
      <dgm:spPr/>
    </dgm:pt>
    <dgm:pt modelId="{C064A080-6F7C-44D9-9E7D-53544C01BBCC}" type="pres">
      <dgm:prSet presAssocID="{F3556087-4770-47D3-89FD-9AF4E8E09FB9}" presName="compNode" presStyleCnt="0"/>
      <dgm:spPr/>
    </dgm:pt>
    <dgm:pt modelId="{63B7A5F0-D7D6-42B7-942D-14C00F6639A5}" type="pres">
      <dgm:prSet presAssocID="{F3556087-4770-47D3-89FD-9AF4E8E09FB9}" presName="bgRect" presStyleLbl="bgShp" presStyleIdx="4" presStyleCnt="5"/>
      <dgm:spPr/>
    </dgm:pt>
    <dgm:pt modelId="{D3329B46-66F7-4305-AD52-2741AF7D27C4}" type="pres">
      <dgm:prSet presAssocID="{F3556087-4770-47D3-89FD-9AF4E8E09FB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D0BD2FA4-FBD6-4504-B13E-5D22615208E9}" type="pres">
      <dgm:prSet presAssocID="{F3556087-4770-47D3-89FD-9AF4E8E09FB9}" presName="spaceRect" presStyleCnt="0"/>
      <dgm:spPr/>
    </dgm:pt>
    <dgm:pt modelId="{D5DD4B53-FD3C-4973-853E-0BB1D9AFEBE6}" type="pres">
      <dgm:prSet presAssocID="{F3556087-4770-47D3-89FD-9AF4E8E09FB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0A6B915-9724-4693-A988-D248CE4C3074}" type="presOf" srcId="{8D99C792-2A5A-403C-B74C-75E7FC78C622}" destId="{6BDA5052-FAD8-4D63-B351-355352D1E33C}" srcOrd="0" destOrd="0" presId="urn:microsoft.com/office/officeart/2018/2/layout/IconVerticalSolidList"/>
    <dgm:cxn modelId="{AC79471C-2F3D-438F-9D95-F041AEEEE31D}" srcId="{4B789EB1-C3C2-434F-AF71-1A1F2BDCE789}" destId="{F3556087-4770-47D3-89FD-9AF4E8E09FB9}" srcOrd="4" destOrd="0" parTransId="{1D2C6EBC-8CC5-46FB-9317-D3997F9E68CE}" sibTransId="{4D423AAB-BE49-4342-AAE9-9033384E3A96}"/>
    <dgm:cxn modelId="{DC3B8F71-64AA-4822-A2B9-86512915C7D9}" type="presOf" srcId="{BD5BF353-96CB-4FFA-A3D4-8BF252853641}" destId="{D84D369A-AF93-40EE-AEE4-2E70AEA91962}" srcOrd="0" destOrd="0" presId="urn:microsoft.com/office/officeart/2018/2/layout/IconVerticalSolidList"/>
    <dgm:cxn modelId="{3C58567B-D195-4F6A-AAE6-147B8BD9E819}" srcId="{4B789EB1-C3C2-434F-AF71-1A1F2BDCE789}" destId="{FA7C8C0E-5ED8-4272-A3BB-7D6662B6502E}" srcOrd="3" destOrd="0" parTransId="{81EB23BA-30D3-4ADA-8092-41F23FC1B0CE}" sibTransId="{6A815A6D-ACE3-49D1-B519-639974A1F3F7}"/>
    <dgm:cxn modelId="{FE05AE85-5CE0-4640-BCF2-73D53087FDD0}" srcId="{4B789EB1-C3C2-434F-AF71-1A1F2BDCE789}" destId="{530C7B5C-A125-44A8-9B53-6F611E4417FF}" srcOrd="0" destOrd="0" parTransId="{91142826-7AA6-44CA-BE88-230C8EC7B6F3}" sibTransId="{841E550A-54E9-4257-B636-58CC26C43EF2}"/>
    <dgm:cxn modelId="{654BE88D-2B6B-4D23-B1E2-CA013F00CBB5}" type="presOf" srcId="{530C7B5C-A125-44A8-9B53-6F611E4417FF}" destId="{443C1560-E3C8-45AE-94AD-DF73657D4343}" srcOrd="0" destOrd="0" presId="urn:microsoft.com/office/officeart/2018/2/layout/IconVerticalSolidList"/>
    <dgm:cxn modelId="{949AC890-1602-475B-8DE5-81A6AA3BD3FC}" type="presOf" srcId="{FA7C8C0E-5ED8-4272-A3BB-7D6662B6502E}" destId="{CAF8C42C-2E1C-48F5-A120-6374CE0ACF0B}" srcOrd="0" destOrd="0" presId="urn:microsoft.com/office/officeart/2018/2/layout/IconVerticalSolidList"/>
    <dgm:cxn modelId="{DC255BB1-4B85-44E0-A66B-FD3CD40D0819}" srcId="{4B789EB1-C3C2-434F-AF71-1A1F2BDCE789}" destId="{BD5BF353-96CB-4FFA-A3D4-8BF252853641}" srcOrd="2" destOrd="0" parTransId="{438C07E0-9727-4BA8-A23B-3A2BBA0C6304}" sibTransId="{764CF076-7353-4EEF-9A00-513412E1AA40}"/>
    <dgm:cxn modelId="{C1AB22BB-75E2-4993-A02E-6C880F3F54E9}" type="presOf" srcId="{F3556087-4770-47D3-89FD-9AF4E8E09FB9}" destId="{D5DD4B53-FD3C-4973-853E-0BB1D9AFEBE6}" srcOrd="0" destOrd="0" presId="urn:microsoft.com/office/officeart/2018/2/layout/IconVerticalSolidList"/>
    <dgm:cxn modelId="{FC6878EE-7BA3-4C06-8026-B1F2655B0276}" type="presOf" srcId="{4B789EB1-C3C2-434F-AF71-1A1F2BDCE789}" destId="{68F31C46-7042-43AE-B0AC-F747CEB41150}" srcOrd="0" destOrd="0" presId="urn:microsoft.com/office/officeart/2018/2/layout/IconVerticalSolidList"/>
    <dgm:cxn modelId="{90D54AFB-4ABC-4DC5-8D23-73610FCD5BCC}" srcId="{4B789EB1-C3C2-434F-AF71-1A1F2BDCE789}" destId="{8D99C792-2A5A-403C-B74C-75E7FC78C622}" srcOrd="1" destOrd="0" parTransId="{62AC52EE-4F6B-4756-B1B8-B118CC2C1470}" sibTransId="{E708933F-ECD2-42A1-9392-40886C3ED544}"/>
    <dgm:cxn modelId="{22410109-D79F-4FC5-9CB0-D37C03E90E87}" type="presParOf" srcId="{68F31C46-7042-43AE-B0AC-F747CEB41150}" destId="{337DD0F1-BACD-4EF0-9252-2C2A10DBCF67}" srcOrd="0" destOrd="0" presId="urn:microsoft.com/office/officeart/2018/2/layout/IconVerticalSolidList"/>
    <dgm:cxn modelId="{D068FBC1-F747-4340-B1D1-84C372834760}" type="presParOf" srcId="{337DD0F1-BACD-4EF0-9252-2C2A10DBCF67}" destId="{F0D69B30-D757-4152-9241-04793C8E5119}" srcOrd="0" destOrd="0" presId="urn:microsoft.com/office/officeart/2018/2/layout/IconVerticalSolidList"/>
    <dgm:cxn modelId="{C8CE844F-8567-40D0-8DDF-72F6CCEA1460}" type="presParOf" srcId="{337DD0F1-BACD-4EF0-9252-2C2A10DBCF67}" destId="{C77FB3A8-7508-45C4-A975-362ECDAAE48B}" srcOrd="1" destOrd="0" presId="urn:microsoft.com/office/officeart/2018/2/layout/IconVerticalSolidList"/>
    <dgm:cxn modelId="{2B929594-BC7A-4C6F-B3A2-478FF683A038}" type="presParOf" srcId="{337DD0F1-BACD-4EF0-9252-2C2A10DBCF67}" destId="{708C48F2-7D65-488B-AA4B-10D063654C4F}" srcOrd="2" destOrd="0" presId="urn:microsoft.com/office/officeart/2018/2/layout/IconVerticalSolidList"/>
    <dgm:cxn modelId="{1479F3DD-6356-44DB-AFF7-B075DB1BE616}" type="presParOf" srcId="{337DD0F1-BACD-4EF0-9252-2C2A10DBCF67}" destId="{443C1560-E3C8-45AE-94AD-DF73657D4343}" srcOrd="3" destOrd="0" presId="urn:microsoft.com/office/officeart/2018/2/layout/IconVerticalSolidList"/>
    <dgm:cxn modelId="{12BF3B5D-255E-406C-BF0B-2251FB58EC55}" type="presParOf" srcId="{68F31C46-7042-43AE-B0AC-F747CEB41150}" destId="{B8E4A6D2-BE7C-43B2-8B1A-0D69427DC1F2}" srcOrd="1" destOrd="0" presId="urn:microsoft.com/office/officeart/2018/2/layout/IconVerticalSolidList"/>
    <dgm:cxn modelId="{45A86850-084C-429A-841C-B4548AFCB5D3}" type="presParOf" srcId="{68F31C46-7042-43AE-B0AC-F747CEB41150}" destId="{07DF2D57-29A8-4427-939C-C06E369141CD}" srcOrd="2" destOrd="0" presId="urn:microsoft.com/office/officeart/2018/2/layout/IconVerticalSolidList"/>
    <dgm:cxn modelId="{C7BB3427-693B-4C8B-A77B-50216282EA17}" type="presParOf" srcId="{07DF2D57-29A8-4427-939C-C06E369141CD}" destId="{9F302D32-323A-462E-AFA6-8488ED955A2E}" srcOrd="0" destOrd="0" presId="urn:microsoft.com/office/officeart/2018/2/layout/IconVerticalSolidList"/>
    <dgm:cxn modelId="{E123C116-3D4C-40EB-8180-54F50F640568}" type="presParOf" srcId="{07DF2D57-29A8-4427-939C-C06E369141CD}" destId="{9A2EFAFE-6DE2-43E4-8F29-043F2DED730A}" srcOrd="1" destOrd="0" presId="urn:microsoft.com/office/officeart/2018/2/layout/IconVerticalSolidList"/>
    <dgm:cxn modelId="{1D2F500B-8B39-4FF3-83D7-60F29C04D04E}" type="presParOf" srcId="{07DF2D57-29A8-4427-939C-C06E369141CD}" destId="{5459F5CC-A702-4510-9921-C1E373D89D18}" srcOrd="2" destOrd="0" presId="urn:microsoft.com/office/officeart/2018/2/layout/IconVerticalSolidList"/>
    <dgm:cxn modelId="{9C8DF882-F10E-425E-A30C-F12EAAD5F32E}" type="presParOf" srcId="{07DF2D57-29A8-4427-939C-C06E369141CD}" destId="{6BDA5052-FAD8-4D63-B351-355352D1E33C}" srcOrd="3" destOrd="0" presId="urn:microsoft.com/office/officeart/2018/2/layout/IconVerticalSolidList"/>
    <dgm:cxn modelId="{D6884F4B-CCE8-42CF-AD6F-EEDB080BE60F}" type="presParOf" srcId="{68F31C46-7042-43AE-B0AC-F747CEB41150}" destId="{FC6A3BED-5C79-4BE4-BCDC-01A20CEDF087}" srcOrd="3" destOrd="0" presId="urn:microsoft.com/office/officeart/2018/2/layout/IconVerticalSolidList"/>
    <dgm:cxn modelId="{F257B3DF-1F21-4D4C-BC46-4E53432FBC10}" type="presParOf" srcId="{68F31C46-7042-43AE-B0AC-F747CEB41150}" destId="{8DF0C3C5-A896-438E-8C0B-7C6EEE5C729E}" srcOrd="4" destOrd="0" presId="urn:microsoft.com/office/officeart/2018/2/layout/IconVerticalSolidList"/>
    <dgm:cxn modelId="{1170E968-5F34-41B9-9E82-07BAEEDE1E73}" type="presParOf" srcId="{8DF0C3C5-A896-438E-8C0B-7C6EEE5C729E}" destId="{A976952A-8094-436F-826A-AC9BA137EC3C}" srcOrd="0" destOrd="0" presId="urn:microsoft.com/office/officeart/2018/2/layout/IconVerticalSolidList"/>
    <dgm:cxn modelId="{46C18C8E-E21C-44A3-9524-E7904439D87B}" type="presParOf" srcId="{8DF0C3C5-A896-438E-8C0B-7C6EEE5C729E}" destId="{0AF28E04-2D88-47FE-B4C3-199DFDA7EBE3}" srcOrd="1" destOrd="0" presId="urn:microsoft.com/office/officeart/2018/2/layout/IconVerticalSolidList"/>
    <dgm:cxn modelId="{01373222-0196-42BC-B70E-1D09724CF38C}" type="presParOf" srcId="{8DF0C3C5-A896-438E-8C0B-7C6EEE5C729E}" destId="{5831B892-BA3B-4F1F-8543-7FE2D5F62F6D}" srcOrd="2" destOrd="0" presId="urn:microsoft.com/office/officeart/2018/2/layout/IconVerticalSolidList"/>
    <dgm:cxn modelId="{80FC9F1B-AF72-4D54-A6C4-3BAAA2AE2243}" type="presParOf" srcId="{8DF0C3C5-A896-438E-8C0B-7C6EEE5C729E}" destId="{D84D369A-AF93-40EE-AEE4-2E70AEA91962}" srcOrd="3" destOrd="0" presId="urn:microsoft.com/office/officeart/2018/2/layout/IconVerticalSolidList"/>
    <dgm:cxn modelId="{4237A77D-A88C-4639-80BD-B8AF887210FB}" type="presParOf" srcId="{68F31C46-7042-43AE-B0AC-F747CEB41150}" destId="{5EB47D3C-D7E1-430E-812E-FAB9295007D3}" srcOrd="5" destOrd="0" presId="urn:microsoft.com/office/officeart/2018/2/layout/IconVerticalSolidList"/>
    <dgm:cxn modelId="{AEA862FE-EC11-413E-8049-8FB749320CCB}" type="presParOf" srcId="{68F31C46-7042-43AE-B0AC-F747CEB41150}" destId="{44B42FD7-1AD5-4FC7-B5E4-197C70359B1F}" srcOrd="6" destOrd="0" presId="urn:microsoft.com/office/officeart/2018/2/layout/IconVerticalSolidList"/>
    <dgm:cxn modelId="{CEB5B8CE-6D07-4A7C-8AC0-508BD6CCC522}" type="presParOf" srcId="{44B42FD7-1AD5-4FC7-B5E4-197C70359B1F}" destId="{026888A6-ACA1-4D7C-91C9-F0BECF686655}" srcOrd="0" destOrd="0" presId="urn:microsoft.com/office/officeart/2018/2/layout/IconVerticalSolidList"/>
    <dgm:cxn modelId="{65E466F3-44B1-4341-A932-1AF579E13FB0}" type="presParOf" srcId="{44B42FD7-1AD5-4FC7-B5E4-197C70359B1F}" destId="{4793475A-8F91-4CE2-AE66-B90638D6FE38}" srcOrd="1" destOrd="0" presId="urn:microsoft.com/office/officeart/2018/2/layout/IconVerticalSolidList"/>
    <dgm:cxn modelId="{9A13AF53-108D-43CF-AAAD-74CF00B09951}" type="presParOf" srcId="{44B42FD7-1AD5-4FC7-B5E4-197C70359B1F}" destId="{D9D7CA0E-6855-421E-A736-6A5C255AD814}" srcOrd="2" destOrd="0" presId="urn:microsoft.com/office/officeart/2018/2/layout/IconVerticalSolidList"/>
    <dgm:cxn modelId="{DFE21984-4130-4461-96DB-39A86FB32859}" type="presParOf" srcId="{44B42FD7-1AD5-4FC7-B5E4-197C70359B1F}" destId="{CAF8C42C-2E1C-48F5-A120-6374CE0ACF0B}" srcOrd="3" destOrd="0" presId="urn:microsoft.com/office/officeart/2018/2/layout/IconVerticalSolidList"/>
    <dgm:cxn modelId="{7CF00DEB-8D30-4AAC-86CE-AE2FB41ABFFC}" type="presParOf" srcId="{68F31C46-7042-43AE-B0AC-F747CEB41150}" destId="{DF16DCB8-A2BB-459C-BDD0-83F6D43AC66B}" srcOrd="7" destOrd="0" presId="urn:microsoft.com/office/officeart/2018/2/layout/IconVerticalSolidList"/>
    <dgm:cxn modelId="{D60F7D4D-F668-4183-BF17-3319DECE92E1}" type="presParOf" srcId="{68F31C46-7042-43AE-B0AC-F747CEB41150}" destId="{C064A080-6F7C-44D9-9E7D-53544C01BBCC}" srcOrd="8" destOrd="0" presId="urn:microsoft.com/office/officeart/2018/2/layout/IconVerticalSolidList"/>
    <dgm:cxn modelId="{A66F3A19-D7FC-421D-B2A4-437BBCA5A3C1}" type="presParOf" srcId="{C064A080-6F7C-44D9-9E7D-53544C01BBCC}" destId="{63B7A5F0-D7D6-42B7-942D-14C00F6639A5}" srcOrd="0" destOrd="0" presId="urn:microsoft.com/office/officeart/2018/2/layout/IconVerticalSolidList"/>
    <dgm:cxn modelId="{1F684397-39D0-4CF6-BC4D-F7A795BDB109}" type="presParOf" srcId="{C064A080-6F7C-44D9-9E7D-53544C01BBCC}" destId="{D3329B46-66F7-4305-AD52-2741AF7D27C4}" srcOrd="1" destOrd="0" presId="urn:microsoft.com/office/officeart/2018/2/layout/IconVerticalSolidList"/>
    <dgm:cxn modelId="{99AF3839-3473-4378-ABE1-1FE310DE32CE}" type="presParOf" srcId="{C064A080-6F7C-44D9-9E7D-53544C01BBCC}" destId="{D0BD2FA4-FBD6-4504-B13E-5D22615208E9}" srcOrd="2" destOrd="0" presId="urn:microsoft.com/office/officeart/2018/2/layout/IconVerticalSolidList"/>
    <dgm:cxn modelId="{A66DF2C3-EE76-421B-A273-D106896C5EA0}" type="presParOf" srcId="{C064A080-6F7C-44D9-9E7D-53544C01BBCC}" destId="{D5DD4B53-FD3C-4973-853E-0BB1D9AFEB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0C55C66-7CE4-49FC-ACD2-019BF08D134B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5AE0495-D4B6-4949-80E0-EE4D77834AFC}">
      <dgm:prSet/>
      <dgm:spPr/>
      <dgm:t>
        <a:bodyPr/>
        <a:lstStyle/>
        <a:p>
          <a:r>
            <a:rPr lang="en-US" dirty="0"/>
            <a:t>Estamos prontos para transformar sua rede.</a:t>
          </a:r>
        </a:p>
      </dgm:t>
    </dgm:pt>
    <dgm:pt modelId="{0AB52A00-7480-4104-BBE0-A98824AE9287}" type="parTrans" cxnId="{E25143E2-50C6-4CA2-87EE-42C95688D024}">
      <dgm:prSet/>
      <dgm:spPr/>
      <dgm:t>
        <a:bodyPr/>
        <a:lstStyle/>
        <a:p>
          <a:endParaRPr lang="en-US"/>
        </a:p>
      </dgm:t>
    </dgm:pt>
    <dgm:pt modelId="{ED055CC5-89C9-428C-9F6D-A3914B130C31}" type="sibTrans" cxnId="{E25143E2-50C6-4CA2-87EE-42C95688D024}">
      <dgm:prSet/>
      <dgm:spPr/>
      <dgm:t>
        <a:bodyPr/>
        <a:lstStyle/>
        <a:p>
          <a:endParaRPr lang="en-US"/>
        </a:p>
      </dgm:t>
    </dgm:pt>
    <dgm:pt modelId="{BBC39DEC-B643-4BDB-BCF4-8C432874A101}">
      <dgm:prSet/>
      <dgm:spPr/>
      <dgm:t>
        <a:bodyPr/>
        <a:lstStyle/>
        <a:p>
          <a:r>
            <a:rPr lang="en-US" dirty="0"/>
            <a:t>NovoTech Solutions</a:t>
          </a:r>
        </a:p>
      </dgm:t>
    </dgm:pt>
    <dgm:pt modelId="{7E371C7C-4586-44C0-A1B3-8B6DF4A410FA}" type="parTrans" cxnId="{E3D16C66-80B1-45AE-B88A-90EBF700BF31}">
      <dgm:prSet/>
      <dgm:spPr/>
      <dgm:t>
        <a:bodyPr/>
        <a:lstStyle/>
        <a:p>
          <a:endParaRPr lang="en-US"/>
        </a:p>
      </dgm:t>
    </dgm:pt>
    <dgm:pt modelId="{20C90177-0793-4047-8BC2-2391BA1C960C}" type="sibTrans" cxnId="{E3D16C66-80B1-45AE-B88A-90EBF700BF31}">
      <dgm:prSet/>
      <dgm:spPr/>
      <dgm:t>
        <a:bodyPr/>
        <a:lstStyle/>
        <a:p>
          <a:endParaRPr lang="en-US"/>
        </a:p>
      </dgm:t>
    </dgm:pt>
    <dgm:pt modelId="{7BF55271-0B3A-46E1-8E49-16B8F334F151}">
      <dgm:prSet/>
      <dgm:spPr/>
      <dgm:t>
        <a:bodyPr/>
        <a:lstStyle/>
        <a:p>
          <a:r>
            <a:rPr lang="en-US" dirty="0"/>
            <a:t>📧 contato@novotech.com.br</a:t>
          </a:r>
        </a:p>
      </dgm:t>
    </dgm:pt>
    <dgm:pt modelId="{629E5E6F-4B24-44BF-B77C-DA2BAD9BBD29}" type="parTrans" cxnId="{F6F23F9E-589D-4F56-80FE-30346398D1E0}">
      <dgm:prSet/>
      <dgm:spPr/>
      <dgm:t>
        <a:bodyPr/>
        <a:lstStyle/>
        <a:p>
          <a:endParaRPr lang="en-US"/>
        </a:p>
      </dgm:t>
    </dgm:pt>
    <dgm:pt modelId="{3B5BBD30-6F1E-4202-BC24-284D8811D18A}" type="sibTrans" cxnId="{F6F23F9E-589D-4F56-80FE-30346398D1E0}">
      <dgm:prSet/>
      <dgm:spPr/>
      <dgm:t>
        <a:bodyPr/>
        <a:lstStyle/>
        <a:p>
          <a:endParaRPr lang="en-US"/>
        </a:p>
      </dgm:t>
    </dgm:pt>
    <dgm:pt modelId="{3A7BDA3A-D137-46F7-8D2A-3D9A6A3E6B8E}">
      <dgm:prSet/>
      <dgm:spPr/>
      <dgm:t>
        <a:bodyPr/>
        <a:lstStyle/>
        <a:p>
          <a:r>
            <a:rPr lang="en-US" dirty="0"/>
            <a:t>📞 (11) 98888-0000</a:t>
          </a:r>
        </a:p>
      </dgm:t>
    </dgm:pt>
    <dgm:pt modelId="{361BF8FB-C6AA-4C02-BA53-5F79C9783EDA}" type="parTrans" cxnId="{65FFCF3C-93AC-4486-B5CA-1054C7BD5C9D}">
      <dgm:prSet/>
      <dgm:spPr/>
      <dgm:t>
        <a:bodyPr/>
        <a:lstStyle/>
        <a:p>
          <a:endParaRPr lang="en-US"/>
        </a:p>
      </dgm:t>
    </dgm:pt>
    <dgm:pt modelId="{1D2B0C8E-58A2-4E68-8BD1-7A537267B403}" type="sibTrans" cxnId="{65FFCF3C-93AC-4486-B5CA-1054C7BD5C9D}">
      <dgm:prSet/>
      <dgm:spPr/>
      <dgm:t>
        <a:bodyPr/>
        <a:lstStyle/>
        <a:p>
          <a:endParaRPr lang="en-US"/>
        </a:p>
      </dgm:t>
    </dgm:pt>
    <dgm:pt modelId="{AF345A87-C0C2-4E77-9A7E-3F866B479C94}">
      <dgm:prSet/>
      <dgm:spPr/>
      <dgm:t>
        <a:bodyPr/>
        <a:lstStyle/>
        <a:p>
          <a:r>
            <a:rPr lang="en-US" dirty="0"/>
            <a:t>🌐 www.novotech.com.br</a:t>
          </a:r>
        </a:p>
      </dgm:t>
    </dgm:pt>
    <dgm:pt modelId="{324A4EC1-CB00-42DB-9B2B-C2D7861F4402}" type="parTrans" cxnId="{6AE12C78-D741-48BE-8F40-88CA655B2DC1}">
      <dgm:prSet/>
      <dgm:spPr/>
      <dgm:t>
        <a:bodyPr/>
        <a:lstStyle/>
        <a:p>
          <a:endParaRPr lang="en-US"/>
        </a:p>
      </dgm:t>
    </dgm:pt>
    <dgm:pt modelId="{636F056D-C0FE-4960-B58F-EE1956CCDCA5}" type="sibTrans" cxnId="{6AE12C78-D741-48BE-8F40-88CA655B2DC1}">
      <dgm:prSet/>
      <dgm:spPr/>
      <dgm:t>
        <a:bodyPr/>
        <a:lstStyle/>
        <a:p>
          <a:endParaRPr lang="en-US"/>
        </a:p>
      </dgm:t>
    </dgm:pt>
    <dgm:pt modelId="{193D1AE6-5754-41DA-A8F2-D300B85A5CB5}">
      <dgm:prSet/>
      <dgm:spPr/>
      <dgm:t>
        <a:bodyPr/>
        <a:lstStyle/>
        <a:p>
          <a:r>
            <a:rPr lang="en-US" dirty="0"/>
            <a:t>“Invista em conectividade com segurança e eficiência.”</a:t>
          </a:r>
        </a:p>
      </dgm:t>
    </dgm:pt>
    <dgm:pt modelId="{460BF48D-FFF5-4444-B6AF-CA8C2633DED9}" type="parTrans" cxnId="{BCBB7F81-ECA4-4CDB-93FA-4DEA749EF5BB}">
      <dgm:prSet/>
      <dgm:spPr/>
      <dgm:t>
        <a:bodyPr/>
        <a:lstStyle/>
        <a:p>
          <a:endParaRPr lang="en-US"/>
        </a:p>
      </dgm:t>
    </dgm:pt>
    <dgm:pt modelId="{AFC385DC-FB0E-4075-8212-F074577B6827}" type="sibTrans" cxnId="{BCBB7F81-ECA4-4CDB-93FA-4DEA749EF5BB}">
      <dgm:prSet/>
      <dgm:spPr/>
      <dgm:t>
        <a:bodyPr/>
        <a:lstStyle/>
        <a:p>
          <a:endParaRPr lang="en-US"/>
        </a:p>
      </dgm:t>
    </dgm:pt>
    <dgm:pt modelId="{B9B10255-5FEF-4298-8011-4D15D0685EF6}" type="pres">
      <dgm:prSet presAssocID="{50C55C66-7CE4-49FC-ACD2-019BF08D134B}" presName="vert0" presStyleCnt="0">
        <dgm:presLayoutVars>
          <dgm:dir/>
          <dgm:animOne val="branch"/>
          <dgm:animLvl val="lvl"/>
        </dgm:presLayoutVars>
      </dgm:prSet>
      <dgm:spPr/>
    </dgm:pt>
    <dgm:pt modelId="{8C981BB8-ED0D-4F71-90E5-D34F202D9599}" type="pres">
      <dgm:prSet presAssocID="{45AE0495-D4B6-4949-80E0-EE4D77834AFC}" presName="thickLine" presStyleLbl="alignNode1" presStyleIdx="0" presStyleCnt="6"/>
      <dgm:spPr/>
    </dgm:pt>
    <dgm:pt modelId="{90704FFB-F76D-41A9-8DEE-02BFC6CB83A7}" type="pres">
      <dgm:prSet presAssocID="{45AE0495-D4B6-4949-80E0-EE4D77834AFC}" presName="horz1" presStyleCnt="0"/>
      <dgm:spPr/>
    </dgm:pt>
    <dgm:pt modelId="{405F22DD-7BDD-48F2-913B-95DD19F8D60B}" type="pres">
      <dgm:prSet presAssocID="{45AE0495-D4B6-4949-80E0-EE4D77834AFC}" presName="tx1" presStyleLbl="revTx" presStyleIdx="0" presStyleCnt="6"/>
      <dgm:spPr/>
    </dgm:pt>
    <dgm:pt modelId="{4CA39A80-F747-4612-99D9-7E3A01027DC9}" type="pres">
      <dgm:prSet presAssocID="{45AE0495-D4B6-4949-80E0-EE4D77834AFC}" presName="vert1" presStyleCnt="0"/>
      <dgm:spPr/>
    </dgm:pt>
    <dgm:pt modelId="{6957341A-29B9-4B18-9C68-E22B0AAE811C}" type="pres">
      <dgm:prSet presAssocID="{BBC39DEC-B643-4BDB-BCF4-8C432874A101}" presName="thickLine" presStyleLbl="alignNode1" presStyleIdx="1" presStyleCnt="6"/>
      <dgm:spPr/>
    </dgm:pt>
    <dgm:pt modelId="{527810B7-B42C-4EAD-AC15-9A63F6730665}" type="pres">
      <dgm:prSet presAssocID="{BBC39DEC-B643-4BDB-BCF4-8C432874A101}" presName="horz1" presStyleCnt="0"/>
      <dgm:spPr/>
    </dgm:pt>
    <dgm:pt modelId="{4FE26C92-39E2-48EC-A89B-0F7D49B86964}" type="pres">
      <dgm:prSet presAssocID="{BBC39DEC-B643-4BDB-BCF4-8C432874A101}" presName="tx1" presStyleLbl="revTx" presStyleIdx="1" presStyleCnt="6"/>
      <dgm:spPr/>
    </dgm:pt>
    <dgm:pt modelId="{D7E142B2-E270-4EDC-A71A-17695E7F0C23}" type="pres">
      <dgm:prSet presAssocID="{BBC39DEC-B643-4BDB-BCF4-8C432874A101}" presName="vert1" presStyleCnt="0"/>
      <dgm:spPr/>
    </dgm:pt>
    <dgm:pt modelId="{49F93CCA-7F31-4DDE-9FF5-0EFCB43EF100}" type="pres">
      <dgm:prSet presAssocID="{7BF55271-0B3A-46E1-8E49-16B8F334F151}" presName="thickLine" presStyleLbl="alignNode1" presStyleIdx="2" presStyleCnt="6"/>
      <dgm:spPr/>
    </dgm:pt>
    <dgm:pt modelId="{F99B9D76-A734-42A6-B276-6459DC7AF1ED}" type="pres">
      <dgm:prSet presAssocID="{7BF55271-0B3A-46E1-8E49-16B8F334F151}" presName="horz1" presStyleCnt="0"/>
      <dgm:spPr/>
    </dgm:pt>
    <dgm:pt modelId="{417A0AB9-8AE4-4800-9CDF-BA8300996188}" type="pres">
      <dgm:prSet presAssocID="{7BF55271-0B3A-46E1-8E49-16B8F334F151}" presName="tx1" presStyleLbl="revTx" presStyleIdx="2" presStyleCnt="6"/>
      <dgm:spPr/>
    </dgm:pt>
    <dgm:pt modelId="{8C5D9BA2-9202-467B-9F2A-6B44484AE708}" type="pres">
      <dgm:prSet presAssocID="{7BF55271-0B3A-46E1-8E49-16B8F334F151}" presName="vert1" presStyleCnt="0"/>
      <dgm:spPr/>
    </dgm:pt>
    <dgm:pt modelId="{9C72456C-E0A6-41A3-8C1C-FF2867D4CDC8}" type="pres">
      <dgm:prSet presAssocID="{3A7BDA3A-D137-46F7-8D2A-3D9A6A3E6B8E}" presName="thickLine" presStyleLbl="alignNode1" presStyleIdx="3" presStyleCnt="6"/>
      <dgm:spPr/>
    </dgm:pt>
    <dgm:pt modelId="{57F8D0F5-2F39-41B6-A4A9-1B17D44B557F}" type="pres">
      <dgm:prSet presAssocID="{3A7BDA3A-D137-46F7-8D2A-3D9A6A3E6B8E}" presName="horz1" presStyleCnt="0"/>
      <dgm:spPr/>
    </dgm:pt>
    <dgm:pt modelId="{0BC26800-661B-4759-96CC-CD2148CC89C4}" type="pres">
      <dgm:prSet presAssocID="{3A7BDA3A-D137-46F7-8D2A-3D9A6A3E6B8E}" presName="tx1" presStyleLbl="revTx" presStyleIdx="3" presStyleCnt="6"/>
      <dgm:spPr/>
    </dgm:pt>
    <dgm:pt modelId="{197A2DE0-9597-47F9-9922-A73CA9A21E82}" type="pres">
      <dgm:prSet presAssocID="{3A7BDA3A-D137-46F7-8D2A-3D9A6A3E6B8E}" presName="vert1" presStyleCnt="0"/>
      <dgm:spPr/>
    </dgm:pt>
    <dgm:pt modelId="{9C2267B0-6CA2-4AD6-9BE5-1D606C000F9A}" type="pres">
      <dgm:prSet presAssocID="{AF345A87-C0C2-4E77-9A7E-3F866B479C94}" presName="thickLine" presStyleLbl="alignNode1" presStyleIdx="4" presStyleCnt="6"/>
      <dgm:spPr/>
    </dgm:pt>
    <dgm:pt modelId="{9FFBFAF1-7544-4F40-8296-7382C60E6474}" type="pres">
      <dgm:prSet presAssocID="{AF345A87-C0C2-4E77-9A7E-3F866B479C94}" presName="horz1" presStyleCnt="0"/>
      <dgm:spPr/>
    </dgm:pt>
    <dgm:pt modelId="{1C66B4BB-7C5D-4198-AFFB-5CE912D5683E}" type="pres">
      <dgm:prSet presAssocID="{AF345A87-C0C2-4E77-9A7E-3F866B479C94}" presName="tx1" presStyleLbl="revTx" presStyleIdx="4" presStyleCnt="6"/>
      <dgm:spPr/>
    </dgm:pt>
    <dgm:pt modelId="{B5AA61CD-9AC9-4A06-9F2C-7312CC7EB9CD}" type="pres">
      <dgm:prSet presAssocID="{AF345A87-C0C2-4E77-9A7E-3F866B479C94}" presName="vert1" presStyleCnt="0"/>
      <dgm:spPr/>
    </dgm:pt>
    <dgm:pt modelId="{7090856C-7F4A-41B1-B907-6970C936850A}" type="pres">
      <dgm:prSet presAssocID="{193D1AE6-5754-41DA-A8F2-D300B85A5CB5}" presName="thickLine" presStyleLbl="alignNode1" presStyleIdx="5" presStyleCnt="6"/>
      <dgm:spPr/>
    </dgm:pt>
    <dgm:pt modelId="{1DFEAF19-0366-4F90-AFFB-BC093D69C77F}" type="pres">
      <dgm:prSet presAssocID="{193D1AE6-5754-41DA-A8F2-D300B85A5CB5}" presName="horz1" presStyleCnt="0"/>
      <dgm:spPr/>
    </dgm:pt>
    <dgm:pt modelId="{DA813564-EBB2-494F-BF6D-E9601BF3E460}" type="pres">
      <dgm:prSet presAssocID="{193D1AE6-5754-41DA-A8F2-D300B85A5CB5}" presName="tx1" presStyleLbl="revTx" presStyleIdx="5" presStyleCnt="6"/>
      <dgm:spPr/>
    </dgm:pt>
    <dgm:pt modelId="{5B736A0F-A273-404B-8454-AE806CDFF43E}" type="pres">
      <dgm:prSet presAssocID="{193D1AE6-5754-41DA-A8F2-D300B85A5CB5}" presName="vert1" presStyleCnt="0"/>
      <dgm:spPr/>
    </dgm:pt>
  </dgm:ptLst>
  <dgm:cxnLst>
    <dgm:cxn modelId="{E34F1725-FDDA-4DAF-B7D3-AA64C7A741E2}" type="presOf" srcId="{AF345A87-C0C2-4E77-9A7E-3F866B479C94}" destId="{1C66B4BB-7C5D-4198-AFFB-5CE912D5683E}" srcOrd="0" destOrd="0" presId="urn:microsoft.com/office/officeart/2008/layout/LinedList"/>
    <dgm:cxn modelId="{65FFCF3C-93AC-4486-B5CA-1054C7BD5C9D}" srcId="{50C55C66-7CE4-49FC-ACD2-019BF08D134B}" destId="{3A7BDA3A-D137-46F7-8D2A-3D9A6A3E6B8E}" srcOrd="3" destOrd="0" parTransId="{361BF8FB-C6AA-4C02-BA53-5F79C9783EDA}" sibTransId="{1D2B0C8E-58A2-4E68-8BD1-7A537267B403}"/>
    <dgm:cxn modelId="{A15AC03D-8E29-49E3-AE87-AB3C0CD432D1}" type="presOf" srcId="{3A7BDA3A-D137-46F7-8D2A-3D9A6A3E6B8E}" destId="{0BC26800-661B-4759-96CC-CD2148CC89C4}" srcOrd="0" destOrd="0" presId="urn:microsoft.com/office/officeart/2008/layout/LinedList"/>
    <dgm:cxn modelId="{3ABD175D-F7C5-4BED-9C3A-74C722905189}" type="presOf" srcId="{193D1AE6-5754-41DA-A8F2-D300B85A5CB5}" destId="{DA813564-EBB2-494F-BF6D-E9601BF3E460}" srcOrd="0" destOrd="0" presId="urn:microsoft.com/office/officeart/2008/layout/LinedList"/>
    <dgm:cxn modelId="{E3D16C66-80B1-45AE-B88A-90EBF700BF31}" srcId="{50C55C66-7CE4-49FC-ACD2-019BF08D134B}" destId="{BBC39DEC-B643-4BDB-BCF4-8C432874A101}" srcOrd="1" destOrd="0" parTransId="{7E371C7C-4586-44C0-A1B3-8B6DF4A410FA}" sibTransId="{20C90177-0793-4047-8BC2-2391BA1C960C}"/>
    <dgm:cxn modelId="{9EB1F24C-516B-46D5-B379-FB0106F7932B}" type="presOf" srcId="{BBC39DEC-B643-4BDB-BCF4-8C432874A101}" destId="{4FE26C92-39E2-48EC-A89B-0F7D49B86964}" srcOrd="0" destOrd="0" presId="urn:microsoft.com/office/officeart/2008/layout/LinedList"/>
    <dgm:cxn modelId="{6AE12C78-D741-48BE-8F40-88CA655B2DC1}" srcId="{50C55C66-7CE4-49FC-ACD2-019BF08D134B}" destId="{AF345A87-C0C2-4E77-9A7E-3F866B479C94}" srcOrd="4" destOrd="0" parTransId="{324A4EC1-CB00-42DB-9B2B-C2D7861F4402}" sibTransId="{636F056D-C0FE-4960-B58F-EE1956CCDCA5}"/>
    <dgm:cxn modelId="{BCBB7F81-ECA4-4CDB-93FA-4DEA749EF5BB}" srcId="{50C55C66-7CE4-49FC-ACD2-019BF08D134B}" destId="{193D1AE6-5754-41DA-A8F2-D300B85A5CB5}" srcOrd="5" destOrd="0" parTransId="{460BF48D-FFF5-4444-B6AF-CA8C2633DED9}" sibTransId="{AFC385DC-FB0E-4075-8212-F074577B6827}"/>
    <dgm:cxn modelId="{F6F23F9E-589D-4F56-80FE-30346398D1E0}" srcId="{50C55C66-7CE4-49FC-ACD2-019BF08D134B}" destId="{7BF55271-0B3A-46E1-8E49-16B8F334F151}" srcOrd="2" destOrd="0" parTransId="{629E5E6F-4B24-44BF-B77C-DA2BAD9BBD29}" sibTransId="{3B5BBD30-6F1E-4202-BC24-284D8811D18A}"/>
    <dgm:cxn modelId="{A27146A3-6936-41B2-8ECE-5CAE996FFAA6}" type="presOf" srcId="{45AE0495-D4B6-4949-80E0-EE4D77834AFC}" destId="{405F22DD-7BDD-48F2-913B-95DD19F8D60B}" srcOrd="0" destOrd="0" presId="urn:microsoft.com/office/officeart/2008/layout/LinedList"/>
    <dgm:cxn modelId="{E18B83D6-3174-458F-89B3-89DF9517395B}" type="presOf" srcId="{50C55C66-7CE4-49FC-ACD2-019BF08D134B}" destId="{B9B10255-5FEF-4298-8011-4D15D0685EF6}" srcOrd="0" destOrd="0" presId="urn:microsoft.com/office/officeart/2008/layout/LinedList"/>
    <dgm:cxn modelId="{E25143E2-50C6-4CA2-87EE-42C95688D024}" srcId="{50C55C66-7CE4-49FC-ACD2-019BF08D134B}" destId="{45AE0495-D4B6-4949-80E0-EE4D77834AFC}" srcOrd="0" destOrd="0" parTransId="{0AB52A00-7480-4104-BBE0-A98824AE9287}" sibTransId="{ED055CC5-89C9-428C-9F6D-A3914B130C31}"/>
    <dgm:cxn modelId="{F8CD54EA-E3E3-4B3F-9169-B54D3DCC8346}" type="presOf" srcId="{7BF55271-0B3A-46E1-8E49-16B8F334F151}" destId="{417A0AB9-8AE4-4800-9CDF-BA8300996188}" srcOrd="0" destOrd="0" presId="urn:microsoft.com/office/officeart/2008/layout/LinedList"/>
    <dgm:cxn modelId="{433CD19B-2CE5-48F1-BAFF-D88496AEDA59}" type="presParOf" srcId="{B9B10255-5FEF-4298-8011-4D15D0685EF6}" destId="{8C981BB8-ED0D-4F71-90E5-D34F202D9599}" srcOrd="0" destOrd="0" presId="urn:microsoft.com/office/officeart/2008/layout/LinedList"/>
    <dgm:cxn modelId="{4117263D-722C-4F2F-939E-8F66C689A637}" type="presParOf" srcId="{B9B10255-5FEF-4298-8011-4D15D0685EF6}" destId="{90704FFB-F76D-41A9-8DEE-02BFC6CB83A7}" srcOrd="1" destOrd="0" presId="urn:microsoft.com/office/officeart/2008/layout/LinedList"/>
    <dgm:cxn modelId="{081AE463-6F22-430B-B1DE-9BD3B28A1982}" type="presParOf" srcId="{90704FFB-F76D-41A9-8DEE-02BFC6CB83A7}" destId="{405F22DD-7BDD-48F2-913B-95DD19F8D60B}" srcOrd="0" destOrd="0" presId="urn:microsoft.com/office/officeart/2008/layout/LinedList"/>
    <dgm:cxn modelId="{4F227B49-C41B-4173-B22A-40FF0F2D0B9D}" type="presParOf" srcId="{90704FFB-F76D-41A9-8DEE-02BFC6CB83A7}" destId="{4CA39A80-F747-4612-99D9-7E3A01027DC9}" srcOrd="1" destOrd="0" presId="urn:microsoft.com/office/officeart/2008/layout/LinedList"/>
    <dgm:cxn modelId="{C5F3C1A7-E0ED-45BF-99DB-ACC2FA594BDA}" type="presParOf" srcId="{B9B10255-5FEF-4298-8011-4D15D0685EF6}" destId="{6957341A-29B9-4B18-9C68-E22B0AAE811C}" srcOrd="2" destOrd="0" presId="urn:microsoft.com/office/officeart/2008/layout/LinedList"/>
    <dgm:cxn modelId="{5A7A8DB5-4A3F-4884-8536-789CCBF1C626}" type="presParOf" srcId="{B9B10255-5FEF-4298-8011-4D15D0685EF6}" destId="{527810B7-B42C-4EAD-AC15-9A63F6730665}" srcOrd="3" destOrd="0" presId="urn:microsoft.com/office/officeart/2008/layout/LinedList"/>
    <dgm:cxn modelId="{4CA3997A-6AAA-4E16-8377-9B5F487EA946}" type="presParOf" srcId="{527810B7-B42C-4EAD-AC15-9A63F6730665}" destId="{4FE26C92-39E2-48EC-A89B-0F7D49B86964}" srcOrd="0" destOrd="0" presId="urn:microsoft.com/office/officeart/2008/layout/LinedList"/>
    <dgm:cxn modelId="{E809EFE0-1CC9-413F-B8D8-FA751D371D1E}" type="presParOf" srcId="{527810B7-B42C-4EAD-AC15-9A63F6730665}" destId="{D7E142B2-E270-4EDC-A71A-17695E7F0C23}" srcOrd="1" destOrd="0" presId="urn:microsoft.com/office/officeart/2008/layout/LinedList"/>
    <dgm:cxn modelId="{6AE712B9-0576-4582-A803-D5F1824D626C}" type="presParOf" srcId="{B9B10255-5FEF-4298-8011-4D15D0685EF6}" destId="{49F93CCA-7F31-4DDE-9FF5-0EFCB43EF100}" srcOrd="4" destOrd="0" presId="urn:microsoft.com/office/officeart/2008/layout/LinedList"/>
    <dgm:cxn modelId="{B3B4FD51-EF47-41CD-8865-1AB01024F0A0}" type="presParOf" srcId="{B9B10255-5FEF-4298-8011-4D15D0685EF6}" destId="{F99B9D76-A734-42A6-B276-6459DC7AF1ED}" srcOrd="5" destOrd="0" presId="urn:microsoft.com/office/officeart/2008/layout/LinedList"/>
    <dgm:cxn modelId="{4A745337-E2EF-429A-952D-AEE1F7C18AD1}" type="presParOf" srcId="{F99B9D76-A734-42A6-B276-6459DC7AF1ED}" destId="{417A0AB9-8AE4-4800-9CDF-BA8300996188}" srcOrd="0" destOrd="0" presId="urn:microsoft.com/office/officeart/2008/layout/LinedList"/>
    <dgm:cxn modelId="{F5668D26-B16D-410A-8CDB-1C4935B29591}" type="presParOf" srcId="{F99B9D76-A734-42A6-B276-6459DC7AF1ED}" destId="{8C5D9BA2-9202-467B-9F2A-6B44484AE708}" srcOrd="1" destOrd="0" presId="urn:microsoft.com/office/officeart/2008/layout/LinedList"/>
    <dgm:cxn modelId="{E8F2B998-4967-4521-BA65-262AE647A365}" type="presParOf" srcId="{B9B10255-5FEF-4298-8011-4D15D0685EF6}" destId="{9C72456C-E0A6-41A3-8C1C-FF2867D4CDC8}" srcOrd="6" destOrd="0" presId="urn:microsoft.com/office/officeart/2008/layout/LinedList"/>
    <dgm:cxn modelId="{9FB3CB1F-2FEC-43E9-85D9-6D6411B5C977}" type="presParOf" srcId="{B9B10255-5FEF-4298-8011-4D15D0685EF6}" destId="{57F8D0F5-2F39-41B6-A4A9-1B17D44B557F}" srcOrd="7" destOrd="0" presId="urn:microsoft.com/office/officeart/2008/layout/LinedList"/>
    <dgm:cxn modelId="{A3CA23BF-521A-48DB-99E5-AF343AC4355F}" type="presParOf" srcId="{57F8D0F5-2F39-41B6-A4A9-1B17D44B557F}" destId="{0BC26800-661B-4759-96CC-CD2148CC89C4}" srcOrd="0" destOrd="0" presId="urn:microsoft.com/office/officeart/2008/layout/LinedList"/>
    <dgm:cxn modelId="{1EDD49B0-3AC6-4E8D-8C46-651B4F285290}" type="presParOf" srcId="{57F8D0F5-2F39-41B6-A4A9-1B17D44B557F}" destId="{197A2DE0-9597-47F9-9922-A73CA9A21E82}" srcOrd="1" destOrd="0" presId="urn:microsoft.com/office/officeart/2008/layout/LinedList"/>
    <dgm:cxn modelId="{1AA0EF88-5844-4AF7-9A9E-DDC9D34E1275}" type="presParOf" srcId="{B9B10255-5FEF-4298-8011-4D15D0685EF6}" destId="{9C2267B0-6CA2-4AD6-9BE5-1D606C000F9A}" srcOrd="8" destOrd="0" presId="urn:microsoft.com/office/officeart/2008/layout/LinedList"/>
    <dgm:cxn modelId="{82DF9002-775E-4ED0-89FA-9557D5DDC931}" type="presParOf" srcId="{B9B10255-5FEF-4298-8011-4D15D0685EF6}" destId="{9FFBFAF1-7544-4F40-8296-7382C60E6474}" srcOrd="9" destOrd="0" presId="urn:microsoft.com/office/officeart/2008/layout/LinedList"/>
    <dgm:cxn modelId="{A66F4DD4-40F0-4877-B77B-E24C9F07F23D}" type="presParOf" srcId="{9FFBFAF1-7544-4F40-8296-7382C60E6474}" destId="{1C66B4BB-7C5D-4198-AFFB-5CE912D5683E}" srcOrd="0" destOrd="0" presId="urn:microsoft.com/office/officeart/2008/layout/LinedList"/>
    <dgm:cxn modelId="{A1E7F535-3E3E-4F0D-A58F-68B63F59DE91}" type="presParOf" srcId="{9FFBFAF1-7544-4F40-8296-7382C60E6474}" destId="{B5AA61CD-9AC9-4A06-9F2C-7312CC7EB9CD}" srcOrd="1" destOrd="0" presId="urn:microsoft.com/office/officeart/2008/layout/LinedList"/>
    <dgm:cxn modelId="{355CE8E0-3D17-4C99-A785-735B112C1CB8}" type="presParOf" srcId="{B9B10255-5FEF-4298-8011-4D15D0685EF6}" destId="{7090856C-7F4A-41B1-B907-6970C936850A}" srcOrd="10" destOrd="0" presId="urn:microsoft.com/office/officeart/2008/layout/LinedList"/>
    <dgm:cxn modelId="{91049279-C177-4CAB-834B-1C29F0FEFA8A}" type="presParOf" srcId="{B9B10255-5FEF-4298-8011-4D15D0685EF6}" destId="{1DFEAF19-0366-4F90-AFFB-BC093D69C77F}" srcOrd="11" destOrd="0" presId="urn:microsoft.com/office/officeart/2008/layout/LinedList"/>
    <dgm:cxn modelId="{C8F9031C-F878-422A-A603-1E9A512A52C3}" type="presParOf" srcId="{1DFEAF19-0366-4F90-AFFB-BC093D69C77F}" destId="{DA813564-EBB2-494F-BF6D-E9601BF3E460}" srcOrd="0" destOrd="0" presId="urn:microsoft.com/office/officeart/2008/layout/LinedList"/>
    <dgm:cxn modelId="{76311F89-3230-45B4-859E-C327582D997A}" type="presParOf" srcId="{1DFEAF19-0366-4F90-AFFB-BC093D69C77F}" destId="{5B736A0F-A273-404B-8454-AE806CDFF43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F194E5-5A34-439C-A7CC-7F39D12A17C0}">
      <dsp:nvSpPr>
        <dsp:cNvPr id="0" name=""/>
        <dsp:cNvSpPr/>
      </dsp:nvSpPr>
      <dsp:spPr>
        <a:xfrm>
          <a:off x="3535007" y="2129949"/>
          <a:ext cx="7824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82484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905922" y="2171603"/>
        <a:ext cx="40654" cy="8130"/>
      </dsp:txXfrm>
    </dsp:sp>
    <dsp:sp modelId="{277F9581-F8E5-4492-90AC-40AD85325846}">
      <dsp:nvSpPr>
        <dsp:cNvPr id="0" name=""/>
        <dsp:cNvSpPr/>
      </dsp:nvSpPr>
      <dsp:spPr>
        <a:xfrm>
          <a:off x="1655" y="1115123"/>
          <a:ext cx="3535151" cy="21210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225" tIns="181831" rIns="173225" bIns="18183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NovoTech Solutions atua há 10 anos no mercado de tecnologia, especializada em montagem de redes locais, servidores e sistemas intranet corporativos.</a:t>
          </a:r>
        </a:p>
      </dsp:txBody>
      <dsp:txXfrm>
        <a:off x="1655" y="1115123"/>
        <a:ext cx="3535151" cy="2121090"/>
      </dsp:txXfrm>
    </dsp:sp>
    <dsp:sp modelId="{07F5EC97-B682-443A-952C-83A41B750D7C}">
      <dsp:nvSpPr>
        <dsp:cNvPr id="0" name=""/>
        <dsp:cNvSpPr/>
      </dsp:nvSpPr>
      <dsp:spPr>
        <a:xfrm>
          <a:off x="4349892" y="1115123"/>
          <a:ext cx="3535151" cy="21210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3225" tIns="181831" rIns="173225" bIns="18183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Nossa missão é entregar soluções completas, seguras e eficientes para empresas modernas.</a:t>
          </a:r>
        </a:p>
      </dsp:txBody>
      <dsp:txXfrm>
        <a:off x="4349892" y="1115123"/>
        <a:ext cx="3535151" cy="21210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17C0CB-CBAB-4FF0-9B7D-EBDB68DF13D1}">
      <dsp:nvSpPr>
        <dsp:cNvPr id="0" name=""/>
        <dsp:cNvSpPr/>
      </dsp:nvSpPr>
      <dsp:spPr>
        <a:xfrm>
          <a:off x="589692" y="570"/>
          <a:ext cx="823500" cy="823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8D955D-4175-415A-9C58-6D51CB029775}">
      <dsp:nvSpPr>
        <dsp:cNvPr id="0" name=""/>
        <dsp:cNvSpPr/>
      </dsp:nvSpPr>
      <dsp:spPr>
        <a:xfrm>
          <a:off x="765192" y="176070"/>
          <a:ext cx="472499" cy="4724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018B9-E5AF-43DD-9BA2-55F2E3883087}">
      <dsp:nvSpPr>
        <dsp:cNvPr id="0" name=""/>
        <dsp:cNvSpPr/>
      </dsp:nvSpPr>
      <dsp:spPr>
        <a:xfrm>
          <a:off x="326442" y="1080570"/>
          <a:ext cx="1349999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22 Computadores</a:t>
          </a:r>
        </a:p>
      </dsp:txBody>
      <dsp:txXfrm>
        <a:off x="326442" y="1080570"/>
        <a:ext cx="1349999" cy="540000"/>
      </dsp:txXfrm>
    </dsp:sp>
    <dsp:sp modelId="{28D97139-E3D0-4FF2-8FE2-B45138ADCD79}">
      <dsp:nvSpPr>
        <dsp:cNvPr id="0" name=""/>
        <dsp:cNvSpPr/>
      </dsp:nvSpPr>
      <dsp:spPr>
        <a:xfrm>
          <a:off x="2175942" y="570"/>
          <a:ext cx="823500" cy="823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D92D9-1366-4DF2-BA43-17B3F250D513}">
      <dsp:nvSpPr>
        <dsp:cNvPr id="0" name=""/>
        <dsp:cNvSpPr/>
      </dsp:nvSpPr>
      <dsp:spPr>
        <a:xfrm>
          <a:off x="2351442" y="176070"/>
          <a:ext cx="472499" cy="4724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C5F51-5DDD-49A9-A57B-EB5F5B134955}">
      <dsp:nvSpPr>
        <dsp:cNvPr id="0" name=""/>
        <dsp:cNvSpPr/>
      </dsp:nvSpPr>
      <dsp:spPr>
        <a:xfrm>
          <a:off x="1912692" y="1080570"/>
          <a:ext cx="1349999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6 Laptops</a:t>
          </a:r>
        </a:p>
      </dsp:txBody>
      <dsp:txXfrm>
        <a:off x="1912692" y="1080570"/>
        <a:ext cx="1349999" cy="540000"/>
      </dsp:txXfrm>
    </dsp:sp>
    <dsp:sp modelId="{A71784DB-BF8B-4464-A274-9EDA611AD5AA}">
      <dsp:nvSpPr>
        <dsp:cNvPr id="0" name=""/>
        <dsp:cNvSpPr/>
      </dsp:nvSpPr>
      <dsp:spPr>
        <a:xfrm>
          <a:off x="3762192" y="570"/>
          <a:ext cx="823500" cy="823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E0627-6811-4E3D-89F7-E4CC388BFA93}">
      <dsp:nvSpPr>
        <dsp:cNvPr id="0" name=""/>
        <dsp:cNvSpPr/>
      </dsp:nvSpPr>
      <dsp:spPr>
        <a:xfrm>
          <a:off x="3937692" y="176070"/>
          <a:ext cx="472499" cy="4724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A2947-C913-4CDD-BF63-53542BC51C08}">
      <dsp:nvSpPr>
        <dsp:cNvPr id="0" name=""/>
        <dsp:cNvSpPr/>
      </dsp:nvSpPr>
      <dsp:spPr>
        <a:xfrm>
          <a:off x="3498942" y="1080570"/>
          <a:ext cx="1349999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1 Servidor DHCP</a:t>
          </a:r>
        </a:p>
      </dsp:txBody>
      <dsp:txXfrm>
        <a:off x="3498942" y="1080570"/>
        <a:ext cx="1349999" cy="540000"/>
      </dsp:txXfrm>
    </dsp:sp>
    <dsp:sp modelId="{68777B55-8976-431D-AFF8-9316A5306E2D}">
      <dsp:nvSpPr>
        <dsp:cNvPr id="0" name=""/>
        <dsp:cNvSpPr/>
      </dsp:nvSpPr>
      <dsp:spPr>
        <a:xfrm>
          <a:off x="589692" y="1958070"/>
          <a:ext cx="823500" cy="823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3C1AD8-F6D8-49EC-A1C8-C2C2C123B359}">
      <dsp:nvSpPr>
        <dsp:cNvPr id="0" name=""/>
        <dsp:cNvSpPr/>
      </dsp:nvSpPr>
      <dsp:spPr>
        <a:xfrm>
          <a:off x="765192" y="2133570"/>
          <a:ext cx="472499" cy="4724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D4E55-50B0-470D-A1A6-FCF53D118B59}">
      <dsp:nvSpPr>
        <dsp:cNvPr id="0" name=""/>
        <dsp:cNvSpPr/>
      </dsp:nvSpPr>
      <dsp:spPr>
        <a:xfrm>
          <a:off x="326442" y="3038070"/>
          <a:ext cx="1349999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1 Servidor Web</a:t>
          </a:r>
        </a:p>
      </dsp:txBody>
      <dsp:txXfrm>
        <a:off x="326442" y="3038070"/>
        <a:ext cx="1349999" cy="540000"/>
      </dsp:txXfrm>
    </dsp:sp>
    <dsp:sp modelId="{D0F11E77-5EB4-425C-BE52-F01733BF7759}">
      <dsp:nvSpPr>
        <dsp:cNvPr id="0" name=""/>
        <dsp:cNvSpPr/>
      </dsp:nvSpPr>
      <dsp:spPr>
        <a:xfrm>
          <a:off x="2175942" y="1958070"/>
          <a:ext cx="823500" cy="823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09EFD-642A-4EF9-B121-ED01E1DA72F1}">
      <dsp:nvSpPr>
        <dsp:cNvPr id="0" name=""/>
        <dsp:cNvSpPr/>
      </dsp:nvSpPr>
      <dsp:spPr>
        <a:xfrm>
          <a:off x="2351442" y="2133570"/>
          <a:ext cx="472499" cy="4724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9F7D0-DAA1-4CC5-B2FF-4F314F7618B5}">
      <dsp:nvSpPr>
        <dsp:cNvPr id="0" name=""/>
        <dsp:cNvSpPr/>
      </dsp:nvSpPr>
      <dsp:spPr>
        <a:xfrm>
          <a:off x="1912692" y="3038070"/>
          <a:ext cx="1349999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Cabeamento Estruturado</a:t>
          </a:r>
        </a:p>
      </dsp:txBody>
      <dsp:txXfrm>
        <a:off x="1912692" y="3038070"/>
        <a:ext cx="1349999" cy="540000"/>
      </dsp:txXfrm>
    </dsp:sp>
    <dsp:sp modelId="{DB22AD61-DE5E-48C3-A246-CDF4AFA78F76}">
      <dsp:nvSpPr>
        <dsp:cNvPr id="0" name=""/>
        <dsp:cNvSpPr/>
      </dsp:nvSpPr>
      <dsp:spPr>
        <a:xfrm>
          <a:off x="3762192" y="1958070"/>
          <a:ext cx="823500" cy="823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E79D0-EFF3-49E3-801B-DF42DCCC70BC}">
      <dsp:nvSpPr>
        <dsp:cNvPr id="0" name=""/>
        <dsp:cNvSpPr/>
      </dsp:nvSpPr>
      <dsp:spPr>
        <a:xfrm>
          <a:off x="3937692" y="2133570"/>
          <a:ext cx="472499" cy="47249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F332F-A3F7-4BA3-A4D1-893F1E1A2A95}">
      <dsp:nvSpPr>
        <dsp:cNvPr id="0" name=""/>
        <dsp:cNvSpPr/>
      </dsp:nvSpPr>
      <dsp:spPr>
        <a:xfrm>
          <a:off x="3498942" y="3038070"/>
          <a:ext cx="1349999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Switches e Roteadores</a:t>
          </a:r>
        </a:p>
      </dsp:txBody>
      <dsp:txXfrm>
        <a:off x="3498942" y="3038070"/>
        <a:ext cx="1349999" cy="540000"/>
      </dsp:txXfrm>
    </dsp:sp>
    <dsp:sp modelId="{C60C09BF-EA1E-4066-8E1C-3024025801CC}">
      <dsp:nvSpPr>
        <dsp:cNvPr id="0" name=""/>
        <dsp:cNvSpPr/>
      </dsp:nvSpPr>
      <dsp:spPr>
        <a:xfrm>
          <a:off x="1382817" y="3915570"/>
          <a:ext cx="823500" cy="823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D0913-6A08-4ED5-A39F-89B94421292E}">
      <dsp:nvSpPr>
        <dsp:cNvPr id="0" name=""/>
        <dsp:cNvSpPr/>
      </dsp:nvSpPr>
      <dsp:spPr>
        <a:xfrm>
          <a:off x="1558317" y="4091070"/>
          <a:ext cx="472499" cy="47249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F65A0-3702-4CB7-B206-F401F781B0BC}">
      <dsp:nvSpPr>
        <dsp:cNvPr id="0" name=""/>
        <dsp:cNvSpPr/>
      </dsp:nvSpPr>
      <dsp:spPr>
        <a:xfrm>
          <a:off x="1119567" y="4995570"/>
          <a:ext cx="1349999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Wi-Fi Corporativo</a:t>
          </a:r>
        </a:p>
      </dsp:txBody>
      <dsp:txXfrm>
        <a:off x="1119567" y="4995570"/>
        <a:ext cx="1349999" cy="540000"/>
      </dsp:txXfrm>
    </dsp:sp>
    <dsp:sp modelId="{AFF8A287-C8E6-4CA5-9218-2A05FAD78A0E}">
      <dsp:nvSpPr>
        <dsp:cNvPr id="0" name=""/>
        <dsp:cNvSpPr/>
      </dsp:nvSpPr>
      <dsp:spPr>
        <a:xfrm>
          <a:off x="2969067" y="3915570"/>
          <a:ext cx="823500" cy="823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246F0-8B70-49BE-A39A-29CBD5D7E43D}">
      <dsp:nvSpPr>
        <dsp:cNvPr id="0" name=""/>
        <dsp:cNvSpPr/>
      </dsp:nvSpPr>
      <dsp:spPr>
        <a:xfrm>
          <a:off x="3144567" y="4091070"/>
          <a:ext cx="472499" cy="472499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FB293-41C2-4EDD-90AE-0BE081A60718}">
      <dsp:nvSpPr>
        <dsp:cNvPr id="0" name=""/>
        <dsp:cNvSpPr/>
      </dsp:nvSpPr>
      <dsp:spPr>
        <a:xfrm>
          <a:off x="2705817" y="4995570"/>
          <a:ext cx="1349999" cy="54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Topologia com segmentação por setores, performance e segurança.</a:t>
          </a:r>
        </a:p>
      </dsp:txBody>
      <dsp:txXfrm>
        <a:off x="2705817" y="4995570"/>
        <a:ext cx="1349999" cy="54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6F810-85EA-4E22-A57F-A3F931AC6BC2}">
      <dsp:nvSpPr>
        <dsp:cNvPr id="0" name=""/>
        <dsp:cNvSpPr/>
      </dsp:nvSpPr>
      <dsp:spPr>
        <a:xfrm>
          <a:off x="2104907" y="958875"/>
          <a:ext cx="4537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3715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319657" y="1002174"/>
        <a:ext cx="24215" cy="4843"/>
      </dsp:txXfrm>
    </dsp:sp>
    <dsp:sp modelId="{9971934E-00C1-4D98-B5B0-6721B4E69AFD}">
      <dsp:nvSpPr>
        <dsp:cNvPr id="0" name=""/>
        <dsp:cNvSpPr/>
      </dsp:nvSpPr>
      <dsp:spPr>
        <a:xfrm>
          <a:off x="986" y="372879"/>
          <a:ext cx="2105720" cy="12634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Servidores dedicados: DHCP e Web (Intranet)</a:t>
          </a:r>
        </a:p>
      </dsp:txBody>
      <dsp:txXfrm>
        <a:off x="986" y="372879"/>
        <a:ext cx="2105720" cy="1263432"/>
      </dsp:txXfrm>
    </dsp:sp>
    <dsp:sp modelId="{7F9AD43B-298B-472C-9C5C-F5360C194436}">
      <dsp:nvSpPr>
        <dsp:cNvPr id="0" name=""/>
        <dsp:cNvSpPr/>
      </dsp:nvSpPr>
      <dsp:spPr>
        <a:xfrm>
          <a:off x="1053846" y="1634511"/>
          <a:ext cx="2590036" cy="453715"/>
        </a:xfrm>
        <a:custGeom>
          <a:avLst/>
          <a:gdLst/>
          <a:ahLst/>
          <a:cxnLst/>
          <a:rect l="0" t="0" r="0" b="0"/>
          <a:pathLst>
            <a:path>
              <a:moveTo>
                <a:pt x="2590036" y="0"/>
              </a:moveTo>
              <a:lnTo>
                <a:pt x="2590036" y="243957"/>
              </a:lnTo>
              <a:lnTo>
                <a:pt x="0" y="243957"/>
              </a:lnTo>
              <a:lnTo>
                <a:pt x="0" y="453715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282991" y="1858948"/>
        <a:ext cx="131746" cy="4843"/>
      </dsp:txXfrm>
    </dsp:sp>
    <dsp:sp modelId="{E49FC603-87BD-4351-B3F1-65C6DC2E5C7F}">
      <dsp:nvSpPr>
        <dsp:cNvPr id="0" name=""/>
        <dsp:cNvSpPr/>
      </dsp:nvSpPr>
      <dsp:spPr>
        <a:xfrm>
          <a:off x="2591022" y="372879"/>
          <a:ext cx="2105720" cy="126343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Rede cabeada + Wi-Fi para flexibilidade</a:t>
          </a:r>
        </a:p>
      </dsp:txBody>
      <dsp:txXfrm>
        <a:off x="2591022" y="372879"/>
        <a:ext cx="2105720" cy="1263432"/>
      </dsp:txXfrm>
    </dsp:sp>
    <dsp:sp modelId="{7523562C-F36C-4CA4-BCB1-83CD4D041F4A}">
      <dsp:nvSpPr>
        <dsp:cNvPr id="0" name=""/>
        <dsp:cNvSpPr/>
      </dsp:nvSpPr>
      <dsp:spPr>
        <a:xfrm>
          <a:off x="2104907" y="2706624"/>
          <a:ext cx="45371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3715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319657" y="2749922"/>
        <a:ext cx="24215" cy="4843"/>
      </dsp:txXfrm>
    </dsp:sp>
    <dsp:sp modelId="{E15B78C9-0354-482F-BC2C-0A776562083E}">
      <dsp:nvSpPr>
        <dsp:cNvPr id="0" name=""/>
        <dsp:cNvSpPr/>
      </dsp:nvSpPr>
      <dsp:spPr>
        <a:xfrm>
          <a:off x="986" y="2120627"/>
          <a:ext cx="2105720" cy="126343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Segmentação por setores garante performance e segurança</a:t>
          </a:r>
        </a:p>
      </dsp:txBody>
      <dsp:txXfrm>
        <a:off x="986" y="2120627"/>
        <a:ext cx="2105720" cy="1263432"/>
      </dsp:txXfrm>
    </dsp:sp>
    <dsp:sp modelId="{831D5568-0EBD-41DA-AA58-AD33128212D8}">
      <dsp:nvSpPr>
        <dsp:cNvPr id="0" name=""/>
        <dsp:cNvSpPr/>
      </dsp:nvSpPr>
      <dsp:spPr>
        <a:xfrm>
          <a:off x="1053846" y="3382260"/>
          <a:ext cx="2590036" cy="453715"/>
        </a:xfrm>
        <a:custGeom>
          <a:avLst/>
          <a:gdLst/>
          <a:ahLst/>
          <a:cxnLst/>
          <a:rect l="0" t="0" r="0" b="0"/>
          <a:pathLst>
            <a:path>
              <a:moveTo>
                <a:pt x="2590036" y="0"/>
              </a:moveTo>
              <a:lnTo>
                <a:pt x="2590036" y="243957"/>
              </a:lnTo>
              <a:lnTo>
                <a:pt x="0" y="243957"/>
              </a:lnTo>
              <a:lnTo>
                <a:pt x="0" y="453715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282991" y="3606696"/>
        <a:ext cx="131746" cy="4843"/>
      </dsp:txXfrm>
    </dsp:sp>
    <dsp:sp modelId="{D990C61A-6C27-48F7-97B1-120E5A090326}">
      <dsp:nvSpPr>
        <dsp:cNvPr id="0" name=""/>
        <dsp:cNvSpPr/>
      </dsp:nvSpPr>
      <dsp:spPr>
        <a:xfrm>
          <a:off x="2591022" y="2120627"/>
          <a:ext cx="2105720" cy="126343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DHCP facilita administração e gerenciamento de IPs</a:t>
          </a:r>
        </a:p>
      </dsp:txBody>
      <dsp:txXfrm>
        <a:off x="2591022" y="2120627"/>
        <a:ext cx="2105720" cy="1263432"/>
      </dsp:txXfrm>
    </dsp:sp>
    <dsp:sp modelId="{9FEDE687-D236-4941-835F-E3EB0F8495DF}">
      <dsp:nvSpPr>
        <dsp:cNvPr id="0" name=""/>
        <dsp:cNvSpPr/>
      </dsp:nvSpPr>
      <dsp:spPr>
        <a:xfrm>
          <a:off x="986" y="3868376"/>
          <a:ext cx="2105720" cy="126343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182" tIns="108308" rIns="103182" bIns="10830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Intranet local melhora a comunicação interna</a:t>
          </a:r>
        </a:p>
      </dsp:txBody>
      <dsp:txXfrm>
        <a:off x="986" y="3868376"/>
        <a:ext cx="2105720" cy="12634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B4977A-AB3F-43C4-898F-8B946C0E02AE}">
      <dsp:nvSpPr>
        <dsp:cNvPr id="0" name=""/>
        <dsp:cNvSpPr/>
      </dsp:nvSpPr>
      <dsp:spPr>
        <a:xfrm>
          <a:off x="0" y="37943"/>
          <a:ext cx="4697730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Mão de Obra Técnica: R$ 8.300,00</a:t>
          </a:r>
        </a:p>
      </dsp:txBody>
      <dsp:txXfrm>
        <a:off x="59399" y="97342"/>
        <a:ext cx="4578932" cy="1098002"/>
      </dsp:txXfrm>
    </dsp:sp>
    <dsp:sp modelId="{3FEAEAD4-B6BA-4943-90CB-43AF1B4DF8E0}">
      <dsp:nvSpPr>
        <dsp:cNvPr id="0" name=""/>
        <dsp:cNvSpPr/>
      </dsp:nvSpPr>
      <dsp:spPr>
        <a:xfrm>
          <a:off x="0" y="1441943"/>
          <a:ext cx="4697730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Equipamentos de Rede: R$ 5.000,00</a:t>
          </a:r>
        </a:p>
      </dsp:txBody>
      <dsp:txXfrm>
        <a:off x="59399" y="1501342"/>
        <a:ext cx="4578932" cy="1098002"/>
      </dsp:txXfrm>
    </dsp:sp>
    <dsp:sp modelId="{00C8950E-EE21-4363-ABC5-B6E280941D0B}">
      <dsp:nvSpPr>
        <dsp:cNvPr id="0" name=""/>
        <dsp:cNvSpPr/>
      </dsp:nvSpPr>
      <dsp:spPr>
        <a:xfrm>
          <a:off x="0" y="4287887"/>
          <a:ext cx="4697730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Valor Total: R$ 108.700,00 + R$ 8.300,00 + R$ 5.000,00 = R$ 122.00,00</a:t>
          </a:r>
        </a:p>
      </dsp:txBody>
      <dsp:txXfrm>
        <a:off x="59399" y="4347286"/>
        <a:ext cx="4578932" cy="1098002"/>
      </dsp:txXfrm>
    </dsp:sp>
    <dsp:sp modelId="{94197AB0-1A39-47DB-9578-8DC5109FD2D8}">
      <dsp:nvSpPr>
        <dsp:cNvPr id="0" name=""/>
        <dsp:cNvSpPr/>
      </dsp:nvSpPr>
      <dsp:spPr>
        <a:xfrm>
          <a:off x="0" y="2863368"/>
          <a:ext cx="4697730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Valor estimado de computadores: R$ 108.700,00</a:t>
          </a:r>
        </a:p>
      </dsp:txBody>
      <dsp:txXfrm>
        <a:off x="59399" y="2922767"/>
        <a:ext cx="4578932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A081D-AEB4-4B70-BBE5-B8DFC5EFB4A9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450E9-8FB6-49E7-A9BC-135F974674DF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802EB-58D1-46F3-BFCA-2C4FF39CC90E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Equipe técnica especializada</a:t>
          </a:r>
        </a:p>
      </dsp:txBody>
      <dsp:txXfrm>
        <a:off x="1074268" y="4366"/>
        <a:ext cx="3609680" cy="930102"/>
      </dsp:txXfrm>
    </dsp:sp>
    <dsp:sp modelId="{D27A8D98-EA58-4532-B0C8-F34D8D58C7F2}">
      <dsp:nvSpPr>
        <dsp:cNvPr id="0" name=""/>
        <dsp:cNvSpPr/>
      </dsp:nvSpPr>
      <dsp:spPr>
        <a:xfrm>
          <a:off x="0" y="121196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DC5346-D8CA-4852-A05B-E4636E1D9B93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B4178-E223-46DB-8EFC-E8FB4E6E8366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Projeto completo, detalhado e simulado</a:t>
          </a:r>
        </a:p>
      </dsp:txBody>
      <dsp:txXfrm>
        <a:off x="1074268" y="1166994"/>
        <a:ext cx="3609680" cy="930102"/>
      </dsp:txXfrm>
    </dsp:sp>
    <dsp:sp modelId="{411B843A-8F85-48BB-BE70-A50582F14458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A64785-ED82-4D6C-9629-AEE2F782DC8C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B772A-400C-4480-9EA4-45453FBA8A65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Suporte antes, durante e após implantação</a:t>
          </a:r>
        </a:p>
      </dsp:txBody>
      <dsp:txXfrm>
        <a:off x="1074268" y="2329622"/>
        <a:ext cx="3609680" cy="930102"/>
      </dsp:txXfrm>
    </dsp:sp>
    <dsp:sp modelId="{40B8F4BF-7BA2-4923-97FB-FB87E60FB790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090FFF-6DBC-4A04-B7A2-1A561B599B28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B86B4-33B6-4283-A8D4-17FE0D7EF4DA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Compromisso com inovação e qualidade</a:t>
          </a:r>
        </a:p>
      </dsp:txBody>
      <dsp:txXfrm>
        <a:off x="1074268" y="3492250"/>
        <a:ext cx="3609680" cy="930102"/>
      </dsp:txXfrm>
    </dsp:sp>
    <dsp:sp modelId="{CD3BA53F-BA50-4EFD-AE12-C92EAB9A8770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D96022-B35B-4778-AD5E-412590BE1849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1F5A7-F8AD-439A-B3B2-14016CF833D6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Intranet personalizada e estrutura segura</a:t>
          </a:r>
        </a:p>
      </dsp:txBody>
      <dsp:txXfrm>
        <a:off x="1074268" y="4654878"/>
        <a:ext cx="3609680" cy="9301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D69B30-D757-4152-9241-04793C8E5119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FB3A8-7508-45C4-A975-362ECDAAE48B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C1560-E3C8-45AE-94AD-DF73657D4343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Dia 1-2: Levantamento e cabeamento</a:t>
          </a:r>
        </a:p>
      </dsp:txBody>
      <dsp:txXfrm>
        <a:off x="1074268" y="4366"/>
        <a:ext cx="3609680" cy="930102"/>
      </dsp:txXfrm>
    </dsp:sp>
    <dsp:sp modelId="{9F302D32-323A-462E-AFA6-8488ED955A2E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2EFAFE-6DE2-43E4-8F29-043F2DED730A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A5052-FAD8-4D63-B351-355352D1E33C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Dia 3-4: Instalação de equipamentos</a:t>
          </a:r>
        </a:p>
      </dsp:txBody>
      <dsp:txXfrm>
        <a:off x="1074268" y="1166994"/>
        <a:ext cx="3609680" cy="930102"/>
      </dsp:txXfrm>
    </dsp:sp>
    <dsp:sp modelId="{A976952A-8094-436F-826A-AC9BA137EC3C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F28E04-2D88-47FE-B4C3-199DFDA7EBE3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D369A-AF93-40EE-AEE4-2E70AEA91962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Dia 5: Configuração de rede e servidores</a:t>
          </a:r>
        </a:p>
      </dsp:txBody>
      <dsp:txXfrm>
        <a:off x="1074268" y="2329622"/>
        <a:ext cx="3609680" cy="930102"/>
      </dsp:txXfrm>
    </dsp:sp>
    <dsp:sp modelId="{026888A6-ACA1-4D7C-91C9-F0BECF686655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3475A-8F91-4CE2-AE66-B90638D6FE38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8C42C-2E1C-48F5-A120-6374CE0ACF0B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Dia 6: Testes e validação</a:t>
          </a:r>
        </a:p>
      </dsp:txBody>
      <dsp:txXfrm>
        <a:off x="1074268" y="3492250"/>
        <a:ext cx="3609680" cy="930102"/>
      </dsp:txXfrm>
    </dsp:sp>
    <dsp:sp modelId="{63B7A5F0-D7D6-42B7-942D-14C00F6639A5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329B46-66F7-4305-AD52-2741AF7D27C4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DD4B53-FD3C-4973-853E-0BB1D9AFEBE6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Dia 7: Entrega e treinamento</a:t>
          </a:r>
        </a:p>
      </dsp:txBody>
      <dsp:txXfrm>
        <a:off x="1074268" y="4654878"/>
        <a:ext cx="3609680" cy="9301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81BB8-ED0D-4F71-90E5-D34F202D9599}">
      <dsp:nvSpPr>
        <dsp:cNvPr id="0" name=""/>
        <dsp:cNvSpPr/>
      </dsp:nvSpPr>
      <dsp:spPr>
        <a:xfrm>
          <a:off x="0" y="2687"/>
          <a:ext cx="39433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F22DD-7BDD-48F2-913B-95DD19F8D60B}">
      <dsp:nvSpPr>
        <dsp:cNvPr id="0" name=""/>
        <dsp:cNvSpPr/>
      </dsp:nvSpPr>
      <dsp:spPr>
        <a:xfrm>
          <a:off x="0" y="2687"/>
          <a:ext cx="394335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Estamos prontos para transformar sua rede.</a:t>
          </a:r>
        </a:p>
      </dsp:txBody>
      <dsp:txXfrm>
        <a:off x="0" y="2687"/>
        <a:ext cx="3943350" cy="916552"/>
      </dsp:txXfrm>
    </dsp:sp>
    <dsp:sp modelId="{6957341A-29B9-4B18-9C68-E22B0AAE811C}">
      <dsp:nvSpPr>
        <dsp:cNvPr id="0" name=""/>
        <dsp:cNvSpPr/>
      </dsp:nvSpPr>
      <dsp:spPr>
        <a:xfrm>
          <a:off x="0" y="919239"/>
          <a:ext cx="39433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26C92-39E2-48EC-A89B-0F7D49B86964}">
      <dsp:nvSpPr>
        <dsp:cNvPr id="0" name=""/>
        <dsp:cNvSpPr/>
      </dsp:nvSpPr>
      <dsp:spPr>
        <a:xfrm>
          <a:off x="0" y="919239"/>
          <a:ext cx="394335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NovoTech Solutions</a:t>
          </a:r>
        </a:p>
      </dsp:txBody>
      <dsp:txXfrm>
        <a:off x="0" y="919239"/>
        <a:ext cx="3943350" cy="916552"/>
      </dsp:txXfrm>
    </dsp:sp>
    <dsp:sp modelId="{49F93CCA-7F31-4DDE-9FF5-0EFCB43EF100}">
      <dsp:nvSpPr>
        <dsp:cNvPr id="0" name=""/>
        <dsp:cNvSpPr/>
      </dsp:nvSpPr>
      <dsp:spPr>
        <a:xfrm>
          <a:off x="0" y="1835791"/>
          <a:ext cx="39433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A0AB9-8AE4-4800-9CDF-BA8300996188}">
      <dsp:nvSpPr>
        <dsp:cNvPr id="0" name=""/>
        <dsp:cNvSpPr/>
      </dsp:nvSpPr>
      <dsp:spPr>
        <a:xfrm>
          <a:off x="0" y="1835791"/>
          <a:ext cx="394335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📧 contato@novotech.com.br</a:t>
          </a:r>
        </a:p>
      </dsp:txBody>
      <dsp:txXfrm>
        <a:off x="0" y="1835791"/>
        <a:ext cx="3943350" cy="916552"/>
      </dsp:txXfrm>
    </dsp:sp>
    <dsp:sp modelId="{9C72456C-E0A6-41A3-8C1C-FF2867D4CDC8}">
      <dsp:nvSpPr>
        <dsp:cNvPr id="0" name=""/>
        <dsp:cNvSpPr/>
      </dsp:nvSpPr>
      <dsp:spPr>
        <a:xfrm>
          <a:off x="0" y="2752344"/>
          <a:ext cx="39433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C26800-661B-4759-96CC-CD2148CC89C4}">
      <dsp:nvSpPr>
        <dsp:cNvPr id="0" name=""/>
        <dsp:cNvSpPr/>
      </dsp:nvSpPr>
      <dsp:spPr>
        <a:xfrm>
          <a:off x="0" y="2752344"/>
          <a:ext cx="394335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📞 (11) 98888-0000</a:t>
          </a:r>
        </a:p>
      </dsp:txBody>
      <dsp:txXfrm>
        <a:off x="0" y="2752344"/>
        <a:ext cx="3943350" cy="916552"/>
      </dsp:txXfrm>
    </dsp:sp>
    <dsp:sp modelId="{9C2267B0-6CA2-4AD6-9BE5-1D606C000F9A}">
      <dsp:nvSpPr>
        <dsp:cNvPr id="0" name=""/>
        <dsp:cNvSpPr/>
      </dsp:nvSpPr>
      <dsp:spPr>
        <a:xfrm>
          <a:off x="0" y="3668896"/>
          <a:ext cx="39433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6B4BB-7C5D-4198-AFFB-5CE912D5683E}">
      <dsp:nvSpPr>
        <dsp:cNvPr id="0" name=""/>
        <dsp:cNvSpPr/>
      </dsp:nvSpPr>
      <dsp:spPr>
        <a:xfrm>
          <a:off x="0" y="3668896"/>
          <a:ext cx="394335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🌐 www.novotech.com.br</a:t>
          </a:r>
        </a:p>
      </dsp:txBody>
      <dsp:txXfrm>
        <a:off x="0" y="3668896"/>
        <a:ext cx="3943350" cy="916552"/>
      </dsp:txXfrm>
    </dsp:sp>
    <dsp:sp modelId="{7090856C-7F4A-41B1-B907-6970C936850A}">
      <dsp:nvSpPr>
        <dsp:cNvPr id="0" name=""/>
        <dsp:cNvSpPr/>
      </dsp:nvSpPr>
      <dsp:spPr>
        <a:xfrm>
          <a:off x="0" y="4585448"/>
          <a:ext cx="39433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13564-EBB2-494F-BF6D-E9601BF3E460}">
      <dsp:nvSpPr>
        <dsp:cNvPr id="0" name=""/>
        <dsp:cNvSpPr/>
      </dsp:nvSpPr>
      <dsp:spPr>
        <a:xfrm>
          <a:off x="0" y="4585448"/>
          <a:ext cx="394335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“Invista em conectividade com segurança e eficiência.”</a:t>
          </a:r>
        </a:p>
      </dsp:txBody>
      <dsp:txXfrm>
        <a:off x="0" y="4585448"/>
        <a:ext cx="3943350" cy="916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753" y="640080"/>
            <a:ext cx="2800511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 dirty="0">
                <a:latin typeface="+mj-lt"/>
                <a:ea typeface="+mj-ea"/>
                <a:cs typeface="+mj-cs"/>
              </a:rPr>
              <a:t>Proposta de Implantação de Rede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754" y="4636008"/>
            <a:ext cx="2800510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NovoTech Solutions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Curso: Sistemas Computacionais de Rede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Professor: Anthony Freitas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Aluno: Eduarda Novo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Data: 08/07/2025</a:t>
            </a:r>
          </a:p>
        </p:txBody>
      </p:sp>
      <p:sp>
        <p:nvSpPr>
          <p:cNvPr id="8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753" y="4409267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8" name="Picture 77" descr="Renderização 3D de peças do jogo amarradas com uma corda">
            <a:extLst>
              <a:ext uri="{FF2B5EF4-FFF2-40B4-BE49-F238E27FC236}">
                <a16:creationId xmlns:a16="http://schemas.microsoft.com/office/drawing/2014/main" id="{30F79034-9C70-234C-48E6-E6027976C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04" r="34876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70AAB87-68BF-BDEA-D7F0-136515B3721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pt-BR" dirty="0"/>
              <a:t>Quem Somos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07CD7F-08AE-3320-5769-8FEBE840A8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897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pt-BR" sz="4700" dirty="0"/>
              <a:t>Topologia da Rede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939A2D-F99E-B39C-F6B9-2FA3BACDD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26622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7DB31FC6-BDA0-F03F-9EEC-58A1EDE29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83" y="693295"/>
            <a:ext cx="8599833" cy="547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09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pt-BR" sz="3500" dirty="0"/>
              <a:t>Justificativas Técnicas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4B7322-8520-2501-481D-30819E4AB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22792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pt-BR" sz="3800" dirty="0"/>
              <a:t>Orçamento Estimado de Mão de Obra e Custos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330DC9-F6D8-8CF0-CC83-DC3738AF5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875502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37" y="64886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pt-BR" sz="4900" dirty="0"/>
              <a:t>Por que contratar a NovoTech?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D69F27-2D9E-AC80-003C-3172BA95B9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624455"/>
              </p:ext>
            </p:extLst>
          </p:nvPr>
        </p:nvGraphicFramePr>
        <p:xfrm>
          <a:off x="4003045" y="642639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637437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pt-BR" sz="3900" dirty="0"/>
              <a:t>Cronograma de Implantação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F1EF1E-C413-BD57-3216-F5C0C0F641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111038"/>
              </p:ext>
            </p:extLst>
          </p:nvPr>
        </p:nvGraphicFramePr>
        <p:xfrm>
          <a:off x="3887181" y="631216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1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3647136" cy="5569291"/>
          </a:xfrm>
        </p:spPr>
        <p:txBody>
          <a:bodyPr>
            <a:normAutofit/>
          </a:bodyPr>
          <a:lstStyle/>
          <a:p>
            <a:r>
              <a:rPr lang="pt-BR" sz="4500" dirty="0"/>
              <a:t>Obrigado pela Oportunidade!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BC0C035-F694-4C4D-0FB1-BD60897EC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41276"/>
              </p:ext>
            </p:extLst>
          </p:nvPr>
        </p:nvGraphicFramePr>
        <p:xfrm>
          <a:off x="4574286" y="621792"/>
          <a:ext cx="394335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313</Words>
  <Application>Microsoft Office PowerPoint</Application>
  <PresentationFormat>Apresentação na tela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Proposta de Implantação de Rede</vt:lpstr>
      <vt:lpstr>Quem Somos</vt:lpstr>
      <vt:lpstr>Topologia da Rede</vt:lpstr>
      <vt:lpstr>Apresentação do PowerPoint</vt:lpstr>
      <vt:lpstr>Justificativas Técnicas</vt:lpstr>
      <vt:lpstr>Orçamento Estimado de Mão de Obra e Custos</vt:lpstr>
      <vt:lpstr>Por que contratar a NovoTech?</vt:lpstr>
      <vt:lpstr>Cronograma de Implantação</vt:lpstr>
      <vt:lpstr>Obrigado pela Oportunidade!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Ana Lucia da Silva Novo</dc:creator>
  <cp:keywords/>
  <cp:lastModifiedBy>Eduarda Novo</cp:lastModifiedBy>
  <cp:revision>1</cp:revision>
  <dcterms:created xsi:type="dcterms:W3CDTF">2013-01-27T09:14:16Z</dcterms:created>
  <dcterms:modified xsi:type="dcterms:W3CDTF">2025-07-08T21:08:26Z</dcterms:modified>
  <cp:category/>
</cp:coreProperties>
</file>